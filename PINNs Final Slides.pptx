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Golos Text"/>
      <p:regular r:id="rId25"/>
      <p:bold r:id="rId26"/>
    </p:embeddedFont>
    <p:embeddedFont>
      <p:font typeface="Roboto"/>
      <p:regular r:id="rId27"/>
      <p:bold r:id="rId28"/>
      <p:italic r:id="rId29"/>
      <p:boldItalic r:id="rId30"/>
    </p:embeddedFont>
    <p:embeddedFont>
      <p:font typeface="Commissioner"/>
      <p:regular r:id="rId31"/>
      <p:bold r:id="rId32"/>
    </p:embeddedFont>
    <p:embeddedFont>
      <p:font typeface="Golos Text SemiBol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GolosText-bold.fntdata"/><Relationship Id="rId25" Type="http://schemas.openxmlformats.org/officeDocument/2006/relationships/font" Target="fonts/GolosText-regular.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ommissioner-regular.fntdata"/><Relationship Id="rId30" Type="http://schemas.openxmlformats.org/officeDocument/2006/relationships/font" Target="fonts/Roboto-boldItalic.fntdata"/><Relationship Id="rId11" Type="http://schemas.openxmlformats.org/officeDocument/2006/relationships/slide" Target="slides/slide7.xml"/><Relationship Id="rId33" Type="http://schemas.openxmlformats.org/officeDocument/2006/relationships/font" Target="fonts/GolosTextSemiBold-regular.fntdata"/><Relationship Id="rId10" Type="http://schemas.openxmlformats.org/officeDocument/2006/relationships/slide" Target="slides/slide6.xml"/><Relationship Id="rId32" Type="http://schemas.openxmlformats.org/officeDocument/2006/relationships/font" Target="fonts/Commissioner-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GolosTextSemiBold-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fd34c4832_0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fd34c4832_0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fd34c4832_0_1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fd34c4832_0_1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fd34c4832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fd34c4832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fd34c4832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fd34c4832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fd34c4832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afd34c4832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fd34c4832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afd34c4832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fd34c4832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afd34c4832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fd34c4832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fd34c4832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afd34c4832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afd34c4832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fd34c4832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afd34c4832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afd34c4832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afd34c4832_0_1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afd34c4832_0_1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afd34c4832_0_1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fd34c4832_0_1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fd34c4832_0_1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fd34c4832_0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afd34c4832_0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afd34c4832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afd34c4832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afd34c4832_0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afd34c4832_0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fd34c4832_0_1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afd34c4832_0_1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afd34c4832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afd34c4832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afd34c4832_0_1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afd34c4832_0_1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fd34c4832_0_2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fd34c4832_0_2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s://freepik.com/" TargetMode="External"/><Relationship Id="rId4" Type="http://schemas.openxmlformats.org/officeDocument/2006/relationships/hyperlink" Target="https://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014550"/>
            <a:ext cx="5602200" cy="2219700"/>
          </a:xfrm>
          <a:prstGeom prst="rect">
            <a:avLst/>
          </a:prstGeom>
        </p:spPr>
        <p:txBody>
          <a:bodyPr anchorCtr="0" anchor="b" bIns="91425" lIns="91425" spcFirstLastPara="1" rIns="91425" wrap="square" tIns="91425">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p:txBody>
      </p:sp>
      <p:sp>
        <p:nvSpPr>
          <p:cNvPr id="10" name="Google Shape;10;p2"/>
          <p:cNvSpPr txBox="1"/>
          <p:nvPr>
            <p:ph idx="1" type="subTitle"/>
          </p:nvPr>
        </p:nvSpPr>
        <p:spPr>
          <a:xfrm>
            <a:off x="713225" y="3315975"/>
            <a:ext cx="5602200" cy="726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11" name="Google Shape;11;p2"/>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4" name="Google Shape;14;p2"/>
            <p:cNvCxnSpPr/>
            <p:nvPr/>
          </p:nvCxnSpPr>
          <p:spPr>
            <a:xfrm>
              <a:off x="4751675" y="539500"/>
              <a:ext cx="4392300" cy="0"/>
            </a:xfrm>
            <a:prstGeom prst="straightConnector1">
              <a:avLst/>
            </a:prstGeom>
            <a:noFill/>
            <a:ln cap="flat" cmpd="sng" w="9525">
              <a:solidFill>
                <a:schemeClr val="dk1"/>
              </a:solidFill>
              <a:prstDash val="solid"/>
              <a:round/>
              <a:headEnd len="med" w="med" type="none"/>
              <a:tailEnd len="med" w="med" type="none"/>
            </a:ln>
          </p:spPr>
        </p:cxnSp>
        <p:cxnSp>
          <p:nvCxnSpPr>
            <p:cNvPr id="15" name="Google Shape;15;p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p:txBody>
      </p:sp>
      <p:sp>
        <p:nvSpPr>
          <p:cNvPr id="18" name="Google Shape;18;p3"/>
          <p:cNvSpPr txBox="1"/>
          <p:nvPr>
            <p:ph hasCustomPrompt="1" idx="2" type="title"/>
          </p:nvPr>
        </p:nvSpPr>
        <p:spPr>
          <a:xfrm>
            <a:off x="1512075" y="1012500"/>
            <a:ext cx="1076100" cy="8700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5300"/>
              <a:buNone/>
              <a:defRPr sz="4200"/>
            </a:lvl1pPr>
            <a:lvl2pPr lvl="1" rtl="0" algn="ctr">
              <a:spcBef>
                <a:spcPts val="0"/>
              </a:spcBef>
              <a:spcAft>
                <a:spcPts val="0"/>
              </a:spcAft>
              <a:buSzPts val="5300"/>
              <a:buNone/>
              <a:defRPr sz="5300"/>
            </a:lvl2pPr>
            <a:lvl3pPr lvl="2" rtl="0" algn="ctr">
              <a:spcBef>
                <a:spcPts val="0"/>
              </a:spcBef>
              <a:spcAft>
                <a:spcPts val="0"/>
              </a:spcAft>
              <a:buSzPts val="5300"/>
              <a:buNone/>
              <a:defRPr sz="5300"/>
            </a:lvl3pPr>
            <a:lvl4pPr lvl="3" rtl="0" algn="ctr">
              <a:spcBef>
                <a:spcPts val="0"/>
              </a:spcBef>
              <a:spcAft>
                <a:spcPts val="0"/>
              </a:spcAft>
              <a:buSzPts val="5300"/>
              <a:buNone/>
              <a:defRPr sz="5300"/>
            </a:lvl4pPr>
            <a:lvl5pPr lvl="4" rtl="0" algn="ctr">
              <a:spcBef>
                <a:spcPts val="0"/>
              </a:spcBef>
              <a:spcAft>
                <a:spcPts val="0"/>
              </a:spcAft>
              <a:buSzPts val="5300"/>
              <a:buNone/>
              <a:defRPr sz="5300"/>
            </a:lvl5pPr>
            <a:lvl6pPr lvl="5" rtl="0" algn="ctr">
              <a:spcBef>
                <a:spcPts val="0"/>
              </a:spcBef>
              <a:spcAft>
                <a:spcPts val="0"/>
              </a:spcAft>
              <a:buSzPts val="5300"/>
              <a:buNone/>
              <a:defRPr sz="5300"/>
            </a:lvl6pPr>
            <a:lvl7pPr lvl="6" rtl="0" algn="ctr">
              <a:spcBef>
                <a:spcPts val="0"/>
              </a:spcBef>
              <a:spcAft>
                <a:spcPts val="0"/>
              </a:spcAft>
              <a:buSzPts val="5300"/>
              <a:buNone/>
              <a:defRPr sz="5300"/>
            </a:lvl7pPr>
            <a:lvl8pPr lvl="7" rtl="0" algn="ctr">
              <a:spcBef>
                <a:spcPts val="0"/>
              </a:spcBef>
              <a:spcAft>
                <a:spcPts val="0"/>
              </a:spcAft>
              <a:buSzPts val="5300"/>
              <a:buNone/>
              <a:defRPr sz="5300"/>
            </a:lvl8pPr>
            <a:lvl9pPr lvl="8" rtl="0" algn="ctr">
              <a:spcBef>
                <a:spcPts val="0"/>
              </a:spcBef>
              <a:spcAft>
                <a:spcPts val="0"/>
              </a:spcAft>
              <a:buSzPts val="5300"/>
              <a:buNone/>
              <a:defRPr sz="5300"/>
            </a:lvl9pPr>
          </a:lstStyle>
          <a:p>
            <a:r>
              <a:t>xx%</a:t>
            </a:r>
          </a:p>
        </p:txBody>
      </p:sp>
      <p:sp>
        <p:nvSpPr>
          <p:cNvPr id="19" name="Google Shape;19;p3"/>
          <p:cNvSpPr txBox="1"/>
          <p:nvPr>
            <p:ph idx="1" type="subTitle"/>
          </p:nvPr>
        </p:nvSpPr>
        <p:spPr>
          <a:xfrm>
            <a:off x="1512075" y="3573275"/>
            <a:ext cx="4944900" cy="697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850"/>
              <a:buNone/>
              <a:defRPr sz="1550"/>
            </a:lvl1pPr>
            <a:lvl2pPr lvl="1" rtl="0" algn="r">
              <a:lnSpc>
                <a:spcPct val="115000"/>
              </a:lnSpc>
              <a:spcBef>
                <a:spcPts val="0"/>
              </a:spcBef>
              <a:spcAft>
                <a:spcPts val="0"/>
              </a:spcAft>
              <a:buSzPts val="1850"/>
              <a:buNone/>
              <a:defRPr sz="1850"/>
            </a:lvl2pPr>
            <a:lvl3pPr lvl="2" rtl="0" algn="r">
              <a:lnSpc>
                <a:spcPct val="115000"/>
              </a:lnSpc>
              <a:spcBef>
                <a:spcPts val="0"/>
              </a:spcBef>
              <a:spcAft>
                <a:spcPts val="0"/>
              </a:spcAft>
              <a:buSzPts val="1850"/>
              <a:buNone/>
              <a:defRPr sz="1850"/>
            </a:lvl3pPr>
            <a:lvl4pPr lvl="3" rtl="0" algn="r">
              <a:lnSpc>
                <a:spcPct val="115000"/>
              </a:lnSpc>
              <a:spcBef>
                <a:spcPts val="0"/>
              </a:spcBef>
              <a:spcAft>
                <a:spcPts val="0"/>
              </a:spcAft>
              <a:buSzPts val="1850"/>
              <a:buNone/>
              <a:defRPr sz="1850"/>
            </a:lvl4pPr>
            <a:lvl5pPr lvl="4" rtl="0" algn="r">
              <a:lnSpc>
                <a:spcPct val="115000"/>
              </a:lnSpc>
              <a:spcBef>
                <a:spcPts val="0"/>
              </a:spcBef>
              <a:spcAft>
                <a:spcPts val="0"/>
              </a:spcAft>
              <a:buSzPts val="1850"/>
              <a:buNone/>
              <a:defRPr sz="1850"/>
            </a:lvl5pPr>
            <a:lvl6pPr lvl="5" rtl="0" algn="r">
              <a:lnSpc>
                <a:spcPct val="115000"/>
              </a:lnSpc>
              <a:spcBef>
                <a:spcPts val="0"/>
              </a:spcBef>
              <a:spcAft>
                <a:spcPts val="0"/>
              </a:spcAft>
              <a:buSzPts val="1850"/>
              <a:buNone/>
              <a:defRPr sz="1850"/>
            </a:lvl6pPr>
            <a:lvl7pPr lvl="6" rtl="0" algn="r">
              <a:lnSpc>
                <a:spcPct val="115000"/>
              </a:lnSpc>
              <a:spcBef>
                <a:spcPts val="0"/>
              </a:spcBef>
              <a:spcAft>
                <a:spcPts val="0"/>
              </a:spcAft>
              <a:buSzPts val="1850"/>
              <a:buNone/>
              <a:defRPr sz="1850"/>
            </a:lvl7pPr>
            <a:lvl8pPr lvl="7" rtl="0" algn="r">
              <a:lnSpc>
                <a:spcPct val="115000"/>
              </a:lnSpc>
              <a:spcBef>
                <a:spcPts val="0"/>
              </a:spcBef>
              <a:spcAft>
                <a:spcPts val="0"/>
              </a:spcAft>
              <a:buSzPts val="1850"/>
              <a:buNone/>
              <a:defRPr sz="1850"/>
            </a:lvl8pPr>
            <a:lvl9pPr lvl="8" rtl="0" algn="r">
              <a:lnSpc>
                <a:spcPct val="115000"/>
              </a:lnSpc>
              <a:spcBef>
                <a:spcPts val="0"/>
              </a:spcBef>
              <a:spcAft>
                <a:spcPts val="0"/>
              </a:spcAft>
              <a:buSzPts val="1850"/>
              <a:buNone/>
              <a:defRPr sz="1850"/>
            </a:lvl9pPr>
          </a:lstStyle>
          <a:p/>
        </p:txBody>
      </p:sp>
      <p:sp>
        <p:nvSpPr>
          <p:cNvPr id="20" name="Google Shape;20;p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4" name="Google Shape;24;p4"/>
          <p:cNvSpPr txBox="1"/>
          <p:nvPr>
            <p:ph idx="1"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 name="Google Shape;25;p4"/>
          <p:cNvSpPr/>
          <p:nvPr/>
        </p:nvSpPr>
        <p:spPr>
          <a:xfrm flipH="1">
            <a:off x="0" y="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 name="Google Shape;26;p4"/>
          <p:cNvGrpSpPr/>
          <p:nvPr/>
        </p:nvGrpSpPr>
        <p:grpSpPr>
          <a:xfrm>
            <a:off x="150" y="0"/>
            <a:ext cx="8860050" cy="4876025"/>
            <a:chOff x="150" y="0"/>
            <a:chExt cx="8860050" cy="4876025"/>
          </a:xfrm>
        </p:grpSpPr>
        <p:cxnSp>
          <p:nvCxnSpPr>
            <p:cNvPr id="27" name="Google Shape;27;p4"/>
            <p:cNvCxnSpPr/>
            <p:nvPr/>
          </p:nvCxnSpPr>
          <p:spPr>
            <a:xfrm>
              <a:off x="8860200" y="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8" name="Google Shape;28;p4"/>
            <p:cNvCxnSpPr/>
            <p:nvPr/>
          </p:nvCxnSpPr>
          <p:spPr>
            <a:xfrm rot="10800000">
              <a:off x="150" y="4876025"/>
              <a:ext cx="84447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1" name="Google Shape;31;p5"/>
          <p:cNvSpPr txBox="1"/>
          <p:nvPr>
            <p:ph idx="1" type="subTitle"/>
          </p:nvPr>
        </p:nvSpPr>
        <p:spPr>
          <a:xfrm>
            <a:off x="2954672" y="2027976"/>
            <a:ext cx="43122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2" name="Google Shape;32;p5"/>
          <p:cNvSpPr txBox="1"/>
          <p:nvPr>
            <p:ph idx="2" type="subTitle"/>
          </p:nvPr>
        </p:nvSpPr>
        <p:spPr>
          <a:xfrm>
            <a:off x="2954672" y="1519425"/>
            <a:ext cx="43122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3" name="Google Shape;33;p5"/>
          <p:cNvSpPr txBox="1"/>
          <p:nvPr>
            <p:ph idx="3" type="subTitle"/>
          </p:nvPr>
        </p:nvSpPr>
        <p:spPr>
          <a:xfrm>
            <a:off x="2954649" y="3619500"/>
            <a:ext cx="43122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4" name="Google Shape;34;p5"/>
          <p:cNvSpPr txBox="1"/>
          <p:nvPr>
            <p:ph idx="4" type="subTitle"/>
          </p:nvPr>
        </p:nvSpPr>
        <p:spPr>
          <a:xfrm>
            <a:off x="2954649" y="3110949"/>
            <a:ext cx="43122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5" name="Google Shape;35;p5"/>
          <p:cNvSpPr/>
          <p:nvPr/>
        </p:nvSpPr>
        <p:spPr>
          <a:xfrm flipH="1">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5"/>
          <p:cNvCxnSpPr/>
          <p:nvPr/>
        </p:nvCxnSpPr>
        <p:spPr>
          <a:xfrm rot="10800000">
            <a:off x="8864825"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9" name="Google Shape;39;p6"/>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6"/>
          <p:cNvGrpSpPr/>
          <p:nvPr/>
        </p:nvGrpSpPr>
        <p:grpSpPr>
          <a:xfrm>
            <a:off x="141900" y="-26"/>
            <a:ext cx="9002025" cy="4876051"/>
            <a:chOff x="141900" y="-26"/>
            <a:chExt cx="9002025" cy="4876051"/>
          </a:xfrm>
        </p:grpSpPr>
        <p:cxnSp>
          <p:nvCxnSpPr>
            <p:cNvPr id="41" name="Google Shape;41;p6"/>
            <p:cNvCxnSpPr/>
            <p:nvPr/>
          </p:nvCxnSpPr>
          <p:spPr>
            <a:xfrm>
              <a:off x="4576425" y="4876025"/>
              <a:ext cx="4567500" cy="0"/>
            </a:xfrm>
            <a:prstGeom prst="straightConnector1">
              <a:avLst/>
            </a:prstGeom>
            <a:noFill/>
            <a:ln cap="flat" cmpd="sng" w="9525">
              <a:solidFill>
                <a:schemeClr val="dk1"/>
              </a:solidFill>
              <a:prstDash val="solid"/>
              <a:round/>
              <a:headEnd len="med" w="med" type="none"/>
              <a:tailEnd len="med" w="med" type="none"/>
            </a:ln>
          </p:spPr>
        </p:cxnSp>
        <p:cxnSp>
          <p:nvCxnSpPr>
            <p:cNvPr id="42" name="Google Shape;42;p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7"/>
          <p:cNvSpPr txBox="1"/>
          <p:nvPr>
            <p:ph type="title"/>
          </p:nvPr>
        </p:nvSpPr>
        <p:spPr>
          <a:xfrm>
            <a:off x="713225" y="519075"/>
            <a:ext cx="2789700" cy="1971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p:txBody>
      </p:sp>
      <p:sp>
        <p:nvSpPr>
          <p:cNvPr id="45" name="Google Shape;45;p7"/>
          <p:cNvSpPr txBox="1"/>
          <p:nvPr>
            <p:ph idx="1" type="subTitle"/>
          </p:nvPr>
        </p:nvSpPr>
        <p:spPr>
          <a:xfrm>
            <a:off x="713225" y="2558881"/>
            <a:ext cx="2789700" cy="1395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6" name="Google Shape;46;p7"/>
          <p:cNvSpPr/>
          <p:nvPr>
            <p:ph idx="2" type="pic"/>
          </p:nvPr>
        </p:nvSpPr>
        <p:spPr>
          <a:xfrm>
            <a:off x="4572000" y="0"/>
            <a:ext cx="4572000" cy="5143500"/>
          </a:xfrm>
          <a:prstGeom prst="rect">
            <a:avLst/>
          </a:prstGeom>
          <a:noFill/>
          <a:ln>
            <a:noFill/>
          </a:ln>
        </p:spPr>
      </p:sp>
      <p:sp>
        <p:nvSpPr>
          <p:cNvPr id="47" name="Google Shape;47;p7"/>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 name="Google Shape;48;p7"/>
          <p:cNvGrpSpPr/>
          <p:nvPr/>
        </p:nvGrpSpPr>
        <p:grpSpPr>
          <a:xfrm>
            <a:off x="0" y="-300"/>
            <a:ext cx="3812275" cy="4608875"/>
            <a:chOff x="0" y="-300"/>
            <a:chExt cx="3812275" cy="4608875"/>
          </a:xfrm>
        </p:grpSpPr>
        <p:cxnSp>
          <p:nvCxnSpPr>
            <p:cNvPr id="49" name="Google Shape;49;p7"/>
            <p:cNvCxnSpPr/>
            <p:nvPr/>
          </p:nvCxnSpPr>
          <p:spPr>
            <a:xfrm rot="10800000">
              <a:off x="3812275" y="-300"/>
              <a:ext cx="0" cy="699000"/>
            </a:xfrm>
            <a:prstGeom prst="straightConnector1">
              <a:avLst/>
            </a:prstGeom>
            <a:noFill/>
            <a:ln cap="flat" cmpd="sng" w="9525">
              <a:solidFill>
                <a:schemeClr val="dk1"/>
              </a:solidFill>
              <a:prstDash val="solid"/>
              <a:round/>
              <a:headEnd len="med" w="med" type="none"/>
              <a:tailEnd len="med" w="med" type="none"/>
            </a:ln>
          </p:spPr>
        </p:cxnSp>
        <p:cxnSp>
          <p:nvCxnSpPr>
            <p:cNvPr id="50" name="Google Shape;50;p7"/>
            <p:cNvCxnSpPr/>
            <p:nvPr/>
          </p:nvCxnSpPr>
          <p:spPr>
            <a:xfrm>
              <a:off x="0" y="4608575"/>
              <a:ext cx="3387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ph type="title"/>
          </p:nvPr>
        </p:nvSpPr>
        <p:spPr>
          <a:xfrm>
            <a:off x="1864800" y="1219025"/>
            <a:ext cx="5414400" cy="2298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
        <p:nvSpPr>
          <p:cNvPr id="53" name="Google Shape;53;p8"/>
          <p:cNvSpPr/>
          <p:nvPr/>
        </p:nvSpPr>
        <p:spPr>
          <a:xfrm flipH="1">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8"/>
          <p:cNvGrpSpPr/>
          <p:nvPr/>
        </p:nvGrpSpPr>
        <p:grpSpPr>
          <a:xfrm flipH="1">
            <a:off x="-55200" y="539500"/>
            <a:ext cx="9199200" cy="4604000"/>
            <a:chOff x="-55375" y="539500"/>
            <a:chExt cx="9199200" cy="4604000"/>
          </a:xfrm>
        </p:grpSpPr>
        <p:cxnSp>
          <p:nvCxnSpPr>
            <p:cNvPr id="55" name="Google Shape;55;p8"/>
            <p:cNvCxnSpPr/>
            <p:nvPr/>
          </p:nvCxnSpPr>
          <p:spPr>
            <a:xfrm>
              <a:off x="-55375" y="4608575"/>
              <a:ext cx="56592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8"/>
            <p:cNvCxnSpPr/>
            <p:nvPr/>
          </p:nvCxnSpPr>
          <p:spPr>
            <a:xfrm>
              <a:off x="4502525" y="539500"/>
              <a:ext cx="46413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8"/>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1962900" y="829786"/>
            <a:ext cx="5218200" cy="13386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p:txBody>
      </p:sp>
      <p:sp>
        <p:nvSpPr>
          <p:cNvPr id="60" name="Google Shape;60;p9"/>
          <p:cNvSpPr txBox="1"/>
          <p:nvPr>
            <p:ph idx="1" type="subTitle"/>
          </p:nvPr>
        </p:nvSpPr>
        <p:spPr>
          <a:xfrm>
            <a:off x="1962900" y="2282714"/>
            <a:ext cx="5218200" cy="2031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61" name="Google Shape;61;p9"/>
          <p:cNvSpPr/>
          <p:nvPr/>
        </p:nvSpPr>
        <p:spPr>
          <a:xfrm>
            <a:off x="75" y="4426700"/>
            <a:ext cx="91440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 name="Google Shape;62;p9"/>
          <p:cNvGrpSpPr/>
          <p:nvPr/>
        </p:nvGrpSpPr>
        <p:grpSpPr>
          <a:xfrm>
            <a:off x="712700" y="539500"/>
            <a:ext cx="8431300" cy="4604000"/>
            <a:chOff x="712700" y="539500"/>
            <a:chExt cx="8431300" cy="4604000"/>
          </a:xfrm>
        </p:grpSpPr>
        <p:cxnSp>
          <p:nvCxnSpPr>
            <p:cNvPr id="63" name="Google Shape;63;p9"/>
            <p:cNvCxnSpPr/>
            <p:nvPr/>
          </p:nvCxnSpPr>
          <p:spPr>
            <a:xfrm>
              <a:off x="4572000" y="539500"/>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64" name="Google Shape;64;p9"/>
            <p:cNvCxnSpPr/>
            <p:nvPr/>
          </p:nvCxnSpPr>
          <p:spPr>
            <a:xfrm rot="10800000">
              <a:off x="712700" y="1685400"/>
              <a:ext cx="0" cy="34581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0"/>
          <p:cNvSpPr/>
          <p:nvPr>
            <p:ph idx="2" type="pic"/>
          </p:nvPr>
        </p:nvSpPr>
        <p:spPr>
          <a:xfrm>
            <a:off x="0" y="0"/>
            <a:ext cx="9144000" cy="5143500"/>
          </a:xfrm>
          <a:prstGeom prst="rect">
            <a:avLst/>
          </a:prstGeom>
          <a:noFill/>
          <a:ln>
            <a:noFill/>
          </a:ln>
        </p:spPr>
      </p:sp>
      <p:sp>
        <p:nvSpPr>
          <p:cNvPr id="67" name="Google Shape;67;p10"/>
          <p:cNvSpPr txBox="1"/>
          <p:nvPr>
            <p:ph type="title"/>
          </p:nvPr>
        </p:nvSpPr>
        <p:spPr>
          <a:xfrm>
            <a:off x="713225" y="3946875"/>
            <a:ext cx="7717500" cy="6618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lgn="l">
              <a:spcBef>
                <a:spcPts val="0"/>
              </a:spcBef>
              <a:spcAft>
                <a:spcPts val="0"/>
              </a:spcAft>
              <a:buSzPts val="3100"/>
              <a:buNone/>
              <a:defRPr/>
            </a:lvl2pPr>
            <a:lvl3pPr lvl="2" rtl="0" algn="l">
              <a:spcBef>
                <a:spcPts val="0"/>
              </a:spcBef>
              <a:spcAft>
                <a:spcPts val="0"/>
              </a:spcAft>
              <a:buSzPts val="3100"/>
              <a:buNone/>
              <a:defRPr/>
            </a:lvl3pPr>
            <a:lvl4pPr lvl="3" rtl="0" algn="l">
              <a:spcBef>
                <a:spcPts val="0"/>
              </a:spcBef>
              <a:spcAft>
                <a:spcPts val="0"/>
              </a:spcAft>
              <a:buSzPts val="3100"/>
              <a:buNone/>
              <a:defRPr/>
            </a:lvl4pPr>
            <a:lvl5pPr lvl="4" rtl="0" algn="l">
              <a:spcBef>
                <a:spcPts val="0"/>
              </a:spcBef>
              <a:spcAft>
                <a:spcPts val="0"/>
              </a:spcAft>
              <a:buSzPts val="3100"/>
              <a:buNone/>
              <a:defRPr/>
            </a:lvl5pPr>
            <a:lvl6pPr lvl="5" rtl="0" algn="l">
              <a:spcBef>
                <a:spcPts val="0"/>
              </a:spcBef>
              <a:spcAft>
                <a:spcPts val="0"/>
              </a:spcAft>
              <a:buSzPts val="3100"/>
              <a:buNone/>
              <a:defRPr/>
            </a:lvl6pPr>
            <a:lvl7pPr lvl="6" rtl="0" algn="l">
              <a:spcBef>
                <a:spcPts val="0"/>
              </a:spcBef>
              <a:spcAft>
                <a:spcPts val="0"/>
              </a:spcAft>
              <a:buSzPts val="3100"/>
              <a:buNone/>
              <a:defRPr/>
            </a:lvl7pPr>
            <a:lvl8pPr lvl="7" rtl="0" algn="l">
              <a:spcBef>
                <a:spcPts val="0"/>
              </a:spcBef>
              <a:spcAft>
                <a:spcPts val="0"/>
              </a:spcAft>
              <a:buSzPts val="3100"/>
              <a:buNone/>
              <a:defRPr/>
            </a:lvl8pPr>
            <a:lvl9pPr lvl="8" rtl="0" algn="l">
              <a:spcBef>
                <a:spcPts val="0"/>
              </a:spcBef>
              <a:spcAft>
                <a:spcPts val="0"/>
              </a:spcAft>
              <a:buSzPts val="3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 name="Shape 68"/>
        <p:cNvGrpSpPr/>
        <p:nvPr/>
      </p:nvGrpSpPr>
      <p:grpSpPr>
        <a:xfrm>
          <a:off x="0" y="0"/>
          <a:ext cx="0" cy="0"/>
          <a:chOff x="0" y="0"/>
          <a:chExt cx="0" cy="0"/>
        </a:xfrm>
      </p:grpSpPr>
      <p:sp>
        <p:nvSpPr>
          <p:cNvPr id="69" name="Google Shape;69;p11"/>
          <p:cNvSpPr txBox="1"/>
          <p:nvPr>
            <p:ph hasCustomPrompt="1" type="title"/>
          </p:nvPr>
        </p:nvSpPr>
        <p:spPr>
          <a:xfrm>
            <a:off x="1604400" y="1354558"/>
            <a:ext cx="5935200" cy="184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0" name="Google Shape;70;p11"/>
          <p:cNvSpPr txBox="1"/>
          <p:nvPr>
            <p:ph idx="1" type="subTitle"/>
          </p:nvPr>
        </p:nvSpPr>
        <p:spPr>
          <a:xfrm>
            <a:off x="1604400" y="3199142"/>
            <a:ext cx="5935200" cy="589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850"/>
              <a:buNone/>
              <a:defRPr sz="1550"/>
            </a:lvl1pPr>
            <a:lvl2pPr lvl="1" rtl="0" algn="ctr">
              <a:lnSpc>
                <a:spcPct val="115000"/>
              </a:lnSpc>
              <a:spcBef>
                <a:spcPts val="0"/>
              </a:spcBef>
              <a:spcAft>
                <a:spcPts val="0"/>
              </a:spcAft>
              <a:buSzPts val="1850"/>
              <a:buNone/>
              <a:defRPr sz="1850"/>
            </a:lvl2pPr>
            <a:lvl3pPr lvl="2" rtl="0" algn="ctr">
              <a:lnSpc>
                <a:spcPct val="115000"/>
              </a:lnSpc>
              <a:spcBef>
                <a:spcPts val="0"/>
              </a:spcBef>
              <a:spcAft>
                <a:spcPts val="0"/>
              </a:spcAft>
              <a:buSzPts val="1850"/>
              <a:buNone/>
              <a:defRPr sz="1850"/>
            </a:lvl3pPr>
            <a:lvl4pPr lvl="3" rtl="0" algn="ctr">
              <a:lnSpc>
                <a:spcPct val="115000"/>
              </a:lnSpc>
              <a:spcBef>
                <a:spcPts val="0"/>
              </a:spcBef>
              <a:spcAft>
                <a:spcPts val="0"/>
              </a:spcAft>
              <a:buSzPts val="1850"/>
              <a:buNone/>
              <a:defRPr sz="1850"/>
            </a:lvl4pPr>
            <a:lvl5pPr lvl="4" rtl="0" algn="ctr">
              <a:lnSpc>
                <a:spcPct val="115000"/>
              </a:lnSpc>
              <a:spcBef>
                <a:spcPts val="0"/>
              </a:spcBef>
              <a:spcAft>
                <a:spcPts val="0"/>
              </a:spcAft>
              <a:buSzPts val="1850"/>
              <a:buNone/>
              <a:defRPr sz="1850"/>
            </a:lvl5pPr>
            <a:lvl6pPr lvl="5" rtl="0" algn="ctr">
              <a:lnSpc>
                <a:spcPct val="115000"/>
              </a:lnSpc>
              <a:spcBef>
                <a:spcPts val="0"/>
              </a:spcBef>
              <a:spcAft>
                <a:spcPts val="0"/>
              </a:spcAft>
              <a:buSzPts val="1850"/>
              <a:buNone/>
              <a:defRPr sz="1850"/>
            </a:lvl6pPr>
            <a:lvl7pPr lvl="6" rtl="0" algn="ctr">
              <a:lnSpc>
                <a:spcPct val="115000"/>
              </a:lnSpc>
              <a:spcBef>
                <a:spcPts val="0"/>
              </a:spcBef>
              <a:spcAft>
                <a:spcPts val="0"/>
              </a:spcAft>
              <a:buSzPts val="1850"/>
              <a:buNone/>
              <a:defRPr sz="1850"/>
            </a:lvl7pPr>
            <a:lvl8pPr lvl="7" rtl="0" algn="ctr">
              <a:lnSpc>
                <a:spcPct val="115000"/>
              </a:lnSpc>
              <a:spcBef>
                <a:spcPts val="0"/>
              </a:spcBef>
              <a:spcAft>
                <a:spcPts val="0"/>
              </a:spcAft>
              <a:buSzPts val="1850"/>
              <a:buNone/>
              <a:defRPr sz="1850"/>
            </a:lvl8pPr>
            <a:lvl9pPr lvl="8" rtl="0" algn="ctr">
              <a:lnSpc>
                <a:spcPct val="115000"/>
              </a:lnSpc>
              <a:spcBef>
                <a:spcPts val="0"/>
              </a:spcBef>
              <a:spcAft>
                <a:spcPts val="0"/>
              </a:spcAft>
              <a:buSzPts val="1850"/>
              <a:buNone/>
              <a:defRPr sz="1850"/>
            </a:lvl9pPr>
          </a:lstStyle>
          <a:p/>
        </p:txBody>
      </p:sp>
      <p:sp>
        <p:nvSpPr>
          <p:cNvPr id="71" name="Google Shape;71;p11"/>
          <p:cNvSpPr/>
          <p:nvPr/>
        </p:nvSpPr>
        <p:spPr>
          <a:xfrm rot="10800000">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1"/>
          <p:cNvGrpSpPr/>
          <p:nvPr/>
        </p:nvGrpSpPr>
        <p:grpSpPr>
          <a:xfrm rot="10800000">
            <a:off x="-55325" y="0"/>
            <a:ext cx="9199325" cy="4604000"/>
            <a:chOff x="-55375" y="539500"/>
            <a:chExt cx="9199325" cy="4604000"/>
          </a:xfrm>
        </p:grpSpPr>
        <p:cxnSp>
          <p:nvCxnSpPr>
            <p:cNvPr id="73" name="Google Shape;73;p11"/>
            <p:cNvCxnSpPr/>
            <p:nvPr/>
          </p:nvCxnSpPr>
          <p:spPr>
            <a:xfrm>
              <a:off x="-55375" y="4608575"/>
              <a:ext cx="4563600" cy="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11"/>
            <p:cNvCxnSpPr/>
            <p:nvPr/>
          </p:nvCxnSpPr>
          <p:spPr>
            <a:xfrm>
              <a:off x="2576350" y="539500"/>
              <a:ext cx="65676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1"/>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7" name="Shape 77"/>
        <p:cNvGrpSpPr/>
        <p:nvPr/>
      </p:nvGrpSpPr>
      <p:grpSpPr>
        <a:xfrm>
          <a:off x="0" y="0"/>
          <a:ext cx="0" cy="0"/>
          <a:chOff x="0" y="0"/>
          <a:chExt cx="0" cy="0"/>
        </a:xfrm>
      </p:grpSpPr>
      <p:sp>
        <p:nvSpPr>
          <p:cNvPr id="78" name="Google Shape;78;p13"/>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9" name="Google Shape;79;p13"/>
          <p:cNvSpPr txBox="1"/>
          <p:nvPr>
            <p:ph idx="1" type="subTitle"/>
          </p:nvPr>
        </p:nvSpPr>
        <p:spPr>
          <a:xfrm>
            <a:off x="1936100" y="2129352"/>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0" name="Google Shape;80;p13"/>
          <p:cNvSpPr txBox="1"/>
          <p:nvPr>
            <p:ph idx="2" type="subTitle"/>
          </p:nvPr>
        </p:nvSpPr>
        <p:spPr>
          <a:xfrm>
            <a:off x="1936100" y="1370275"/>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1" name="Google Shape;81;p13"/>
          <p:cNvSpPr txBox="1"/>
          <p:nvPr>
            <p:ph hasCustomPrompt="1" idx="3" type="title"/>
          </p:nvPr>
        </p:nvSpPr>
        <p:spPr>
          <a:xfrm>
            <a:off x="993600" y="1483400"/>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2" name="Google Shape;82;p13"/>
          <p:cNvSpPr txBox="1"/>
          <p:nvPr>
            <p:ph idx="4" type="subTitle"/>
          </p:nvPr>
        </p:nvSpPr>
        <p:spPr>
          <a:xfrm>
            <a:off x="1936100" y="3827175"/>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3" name="Google Shape;83;p13"/>
          <p:cNvSpPr txBox="1"/>
          <p:nvPr>
            <p:ph idx="5" type="subTitle"/>
          </p:nvPr>
        </p:nvSpPr>
        <p:spPr>
          <a:xfrm>
            <a:off x="1936100" y="3068200"/>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4" name="Google Shape;84;p13"/>
          <p:cNvSpPr txBox="1"/>
          <p:nvPr>
            <p:ph hasCustomPrompt="1" idx="6" type="title"/>
          </p:nvPr>
        </p:nvSpPr>
        <p:spPr>
          <a:xfrm>
            <a:off x="993600" y="3179712"/>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5" name="Google Shape;85;p13"/>
          <p:cNvSpPr txBox="1"/>
          <p:nvPr>
            <p:ph idx="7" type="subTitle"/>
          </p:nvPr>
        </p:nvSpPr>
        <p:spPr>
          <a:xfrm>
            <a:off x="5969570" y="2129352"/>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6" name="Google Shape;86;p13"/>
          <p:cNvSpPr txBox="1"/>
          <p:nvPr>
            <p:ph idx="8" type="subTitle"/>
          </p:nvPr>
        </p:nvSpPr>
        <p:spPr>
          <a:xfrm>
            <a:off x="5969570" y="1370275"/>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7" name="Google Shape;87;p13"/>
          <p:cNvSpPr txBox="1"/>
          <p:nvPr>
            <p:ph hasCustomPrompt="1" idx="9" type="title"/>
          </p:nvPr>
        </p:nvSpPr>
        <p:spPr>
          <a:xfrm>
            <a:off x="5033780" y="1483400"/>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8" name="Google Shape;88;p13"/>
          <p:cNvSpPr txBox="1"/>
          <p:nvPr>
            <p:ph idx="13" type="subTitle"/>
          </p:nvPr>
        </p:nvSpPr>
        <p:spPr>
          <a:xfrm>
            <a:off x="5969570" y="3827175"/>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9" name="Google Shape;89;p13"/>
          <p:cNvSpPr txBox="1"/>
          <p:nvPr>
            <p:ph idx="14" type="subTitle"/>
          </p:nvPr>
        </p:nvSpPr>
        <p:spPr>
          <a:xfrm>
            <a:off x="5969570" y="3068200"/>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90" name="Google Shape;90;p13"/>
          <p:cNvSpPr txBox="1"/>
          <p:nvPr>
            <p:ph hasCustomPrompt="1" idx="15" type="title"/>
          </p:nvPr>
        </p:nvSpPr>
        <p:spPr>
          <a:xfrm>
            <a:off x="5033780" y="3179712"/>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cxnSp>
        <p:nvCxnSpPr>
          <p:cNvPr id="91" name="Google Shape;91;p1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92" name="Shape 92"/>
        <p:cNvGrpSpPr/>
        <p:nvPr/>
      </p:nvGrpSpPr>
      <p:grpSpPr>
        <a:xfrm>
          <a:off x="0" y="0"/>
          <a:ext cx="0" cy="0"/>
          <a:chOff x="0" y="0"/>
          <a:chExt cx="0" cy="0"/>
        </a:xfrm>
      </p:grpSpPr>
      <p:sp>
        <p:nvSpPr>
          <p:cNvPr id="93" name="Google Shape;93;p14"/>
          <p:cNvSpPr txBox="1"/>
          <p:nvPr>
            <p:ph type="title"/>
          </p:nvPr>
        </p:nvSpPr>
        <p:spPr>
          <a:xfrm>
            <a:off x="783150" y="3920175"/>
            <a:ext cx="7577700" cy="55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7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idx="1" type="subTitle"/>
          </p:nvPr>
        </p:nvSpPr>
        <p:spPr>
          <a:xfrm>
            <a:off x="783150" y="1722374"/>
            <a:ext cx="7577700" cy="2121000"/>
          </a:xfrm>
          <a:prstGeom prst="rect">
            <a:avLst/>
          </a:prstGeom>
        </p:spPr>
        <p:txBody>
          <a:bodyPr anchorCtr="0" anchor="b" bIns="91425" lIns="91425" spcFirstLastPara="1" rIns="91425" wrap="square" tIns="91425">
            <a:noAutofit/>
          </a:bodyPr>
          <a:lstStyle>
            <a:lvl1pPr lvl="0" rtl="0" algn="r">
              <a:lnSpc>
                <a:spcPct val="115000"/>
              </a:lnSpc>
              <a:spcBef>
                <a:spcPts val="0"/>
              </a:spcBef>
              <a:spcAft>
                <a:spcPts val="0"/>
              </a:spcAft>
              <a:buSzPts val="3500"/>
              <a:buNone/>
              <a:defRPr sz="3100"/>
            </a:lvl1pPr>
            <a:lvl2pPr lvl="1" rtl="0" algn="ctr">
              <a:lnSpc>
                <a:spcPct val="115000"/>
              </a:lnSpc>
              <a:spcBef>
                <a:spcPts val="0"/>
              </a:spcBef>
              <a:spcAft>
                <a:spcPts val="0"/>
              </a:spcAft>
              <a:buSzPts val="3500"/>
              <a:buNone/>
              <a:defRPr sz="3500"/>
            </a:lvl2pPr>
            <a:lvl3pPr lvl="2" rtl="0" algn="ctr">
              <a:lnSpc>
                <a:spcPct val="115000"/>
              </a:lnSpc>
              <a:spcBef>
                <a:spcPts val="0"/>
              </a:spcBef>
              <a:spcAft>
                <a:spcPts val="0"/>
              </a:spcAft>
              <a:buSzPts val="3500"/>
              <a:buNone/>
              <a:defRPr sz="3500"/>
            </a:lvl3pPr>
            <a:lvl4pPr lvl="3" rtl="0" algn="ctr">
              <a:lnSpc>
                <a:spcPct val="115000"/>
              </a:lnSpc>
              <a:spcBef>
                <a:spcPts val="0"/>
              </a:spcBef>
              <a:spcAft>
                <a:spcPts val="0"/>
              </a:spcAft>
              <a:buSzPts val="3500"/>
              <a:buNone/>
              <a:defRPr sz="3500"/>
            </a:lvl4pPr>
            <a:lvl5pPr lvl="4" rtl="0" algn="ctr">
              <a:lnSpc>
                <a:spcPct val="115000"/>
              </a:lnSpc>
              <a:spcBef>
                <a:spcPts val="0"/>
              </a:spcBef>
              <a:spcAft>
                <a:spcPts val="0"/>
              </a:spcAft>
              <a:buSzPts val="3500"/>
              <a:buNone/>
              <a:defRPr sz="3500"/>
            </a:lvl5pPr>
            <a:lvl6pPr lvl="5" rtl="0" algn="ctr">
              <a:lnSpc>
                <a:spcPct val="115000"/>
              </a:lnSpc>
              <a:spcBef>
                <a:spcPts val="0"/>
              </a:spcBef>
              <a:spcAft>
                <a:spcPts val="0"/>
              </a:spcAft>
              <a:buSzPts val="3500"/>
              <a:buNone/>
              <a:defRPr sz="3500"/>
            </a:lvl6pPr>
            <a:lvl7pPr lvl="6" rtl="0" algn="ctr">
              <a:lnSpc>
                <a:spcPct val="115000"/>
              </a:lnSpc>
              <a:spcBef>
                <a:spcPts val="0"/>
              </a:spcBef>
              <a:spcAft>
                <a:spcPts val="0"/>
              </a:spcAft>
              <a:buSzPts val="3500"/>
              <a:buNone/>
              <a:defRPr sz="3500"/>
            </a:lvl7pPr>
            <a:lvl8pPr lvl="7" rtl="0" algn="ctr">
              <a:lnSpc>
                <a:spcPct val="115000"/>
              </a:lnSpc>
              <a:spcBef>
                <a:spcPts val="0"/>
              </a:spcBef>
              <a:spcAft>
                <a:spcPts val="0"/>
              </a:spcAft>
              <a:buSzPts val="3500"/>
              <a:buNone/>
              <a:defRPr sz="3500"/>
            </a:lvl8pPr>
            <a:lvl9pPr lvl="8" rtl="0" algn="ctr">
              <a:lnSpc>
                <a:spcPct val="115000"/>
              </a:lnSpc>
              <a:spcBef>
                <a:spcPts val="0"/>
              </a:spcBef>
              <a:spcAft>
                <a:spcPts val="0"/>
              </a:spcAft>
              <a:buSzPts val="3500"/>
              <a:buNone/>
              <a:defRPr sz="3500"/>
            </a:lvl9pPr>
          </a:lstStyle>
          <a:p/>
        </p:txBody>
      </p:sp>
      <p:cxnSp>
        <p:nvCxnSpPr>
          <p:cNvPr id="95" name="Google Shape;95;p14"/>
          <p:cNvCxnSpPr/>
          <p:nvPr/>
        </p:nvCxnSpPr>
        <p:spPr>
          <a:xfrm rot="10800000">
            <a:off x="75" y="4876025"/>
            <a:ext cx="8257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96" name="Shape 96"/>
        <p:cNvGrpSpPr/>
        <p:nvPr/>
      </p:nvGrpSpPr>
      <p:grpSpPr>
        <a:xfrm>
          <a:off x="0" y="0"/>
          <a:ext cx="0" cy="0"/>
          <a:chOff x="0" y="0"/>
          <a:chExt cx="0" cy="0"/>
        </a:xfrm>
      </p:grpSpPr>
      <p:sp>
        <p:nvSpPr>
          <p:cNvPr id="97" name="Google Shape;97;p15"/>
          <p:cNvSpPr txBox="1"/>
          <p:nvPr>
            <p:ph type="title"/>
          </p:nvPr>
        </p:nvSpPr>
        <p:spPr>
          <a:xfrm flipH="1">
            <a:off x="2052825" y="2036300"/>
            <a:ext cx="5579100" cy="147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500"/>
              <a:buNone/>
              <a:defRPr sz="4200"/>
            </a:lvl1pPr>
            <a:lvl2pPr lvl="1" rtl="0" algn="r">
              <a:spcBef>
                <a:spcPts val="0"/>
              </a:spcBef>
              <a:spcAft>
                <a:spcPts val="0"/>
              </a:spcAft>
              <a:buSzPts val="4500"/>
              <a:buNone/>
              <a:defRPr sz="4500"/>
            </a:lvl2pPr>
            <a:lvl3pPr lvl="2" rtl="0" algn="r">
              <a:spcBef>
                <a:spcPts val="0"/>
              </a:spcBef>
              <a:spcAft>
                <a:spcPts val="0"/>
              </a:spcAft>
              <a:buSzPts val="4500"/>
              <a:buNone/>
              <a:defRPr sz="4500"/>
            </a:lvl3pPr>
            <a:lvl4pPr lvl="3" rtl="0" algn="r">
              <a:spcBef>
                <a:spcPts val="0"/>
              </a:spcBef>
              <a:spcAft>
                <a:spcPts val="0"/>
              </a:spcAft>
              <a:buSzPts val="4500"/>
              <a:buNone/>
              <a:defRPr sz="4500"/>
            </a:lvl4pPr>
            <a:lvl5pPr lvl="4" rtl="0" algn="r">
              <a:spcBef>
                <a:spcPts val="0"/>
              </a:spcBef>
              <a:spcAft>
                <a:spcPts val="0"/>
              </a:spcAft>
              <a:buSzPts val="4500"/>
              <a:buNone/>
              <a:defRPr sz="4500"/>
            </a:lvl5pPr>
            <a:lvl6pPr lvl="5" rtl="0" algn="r">
              <a:spcBef>
                <a:spcPts val="0"/>
              </a:spcBef>
              <a:spcAft>
                <a:spcPts val="0"/>
              </a:spcAft>
              <a:buSzPts val="4500"/>
              <a:buNone/>
              <a:defRPr sz="4500"/>
            </a:lvl6pPr>
            <a:lvl7pPr lvl="6" rtl="0" algn="r">
              <a:spcBef>
                <a:spcPts val="0"/>
              </a:spcBef>
              <a:spcAft>
                <a:spcPts val="0"/>
              </a:spcAft>
              <a:buSzPts val="4500"/>
              <a:buNone/>
              <a:defRPr sz="4500"/>
            </a:lvl7pPr>
            <a:lvl8pPr lvl="7" rtl="0" algn="r">
              <a:spcBef>
                <a:spcPts val="0"/>
              </a:spcBef>
              <a:spcAft>
                <a:spcPts val="0"/>
              </a:spcAft>
              <a:buSzPts val="4500"/>
              <a:buNone/>
              <a:defRPr sz="4500"/>
            </a:lvl8pPr>
            <a:lvl9pPr lvl="8" rtl="0" algn="r">
              <a:spcBef>
                <a:spcPts val="0"/>
              </a:spcBef>
              <a:spcAft>
                <a:spcPts val="0"/>
              </a:spcAft>
              <a:buSzPts val="4500"/>
              <a:buNone/>
              <a:defRPr sz="4500"/>
            </a:lvl9pPr>
          </a:lstStyle>
          <a:p/>
        </p:txBody>
      </p:sp>
      <p:sp>
        <p:nvSpPr>
          <p:cNvPr id="98" name="Google Shape;98;p15"/>
          <p:cNvSpPr txBox="1"/>
          <p:nvPr>
            <p:ph hasCustomPrompt="1" idx="2" type="title"/>
          </p:nvPr>
        </p:nvSpPr>
        <p:spPr>
          <a:xfrm flipH="1">
            <a:off x="6555825" y="1012500"/>
            <a:ext cx="1076100" cy="87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5300"/>
              <a:buNone/>
              <a:defRPr sz="4200"/>
            </a:lvl1pPr>
            <a:lvl2pPr lvl="1" rtl="0" algn="ctr">
              <a:spcBef>
                <a:spcPts val="0"/>
              </a:spcBef>
              <a:spcAft>
                <a:spcPts val="0"/>
              </a:spcAft>
              <a:buSzPts val="5300"/>
              <a:buNone/>
              <a:defRPr sz="5300"/>
            </a:lvl2pPr>
            <a:lvl3pPr lvl="2" rtl="0" algn="ctr">
              <a:spcBef>
                <a:spcPts val="0"/>
              </a:spcBef>
              <a:spcAft>
                <a:spcPts val="0"/>
              </a:spcAft>
              <a:buSzPts val="5300"/>
              <a:buNone/>
              <a:defRPr sz="5300"/>
            </a:lvl3pPr>
            <a:lvl4pPr lvl="3" rtl="0" algn="ctr">
              <a:spcBef>
                <a:spcPts val="0"/>
              </a:spcBef>
              <a:spcAft>
                <a:spcPts val="0"/>
              </a:spcAft>
              <a:buSzPts val="5300"/>
              <a:buNone/>
              <a:defRPr sz="5300"/>
            </a:lvl4pPr>
            <a:lvl5pPr lvl="4" rtl="0" algn="ctr">
              <a:spcBef>
                <a:spcPts val="0"/>
              </a:spcBef>
              <a:spcAft>
                <a:spcPts val="0"/>
              </a:spcAft>
              <a:buSzPts val="5300"/>
              <a:buNone/>
              <a:defRPr sz="5300"/>
            </a:lvl5pPr>
            <a:lvl6pPr lvl="5" rtl="0" algn="ctr">
              <a:spcBef>
                <a:spcPts val="0"/>
              </a:spcBef>
              <a:spcAft>
                <a:spcPts val="0"/>
              </a:spcAft>
              <a:buSzPts val="5300"/>
              <a:buNone/>
              <a:defRPr sz="5300"/>
            </a:lvl6pPr>
            <a:lvl7pPr lvl="6" rtl="0" algn="ctr">
              <a:spcBef>
                <a:spcPts val="0"/>
              </a:spcBef>
              <a:spcAft>
                <a:spcPts val="0"/>
              </a:spcAft>
              <a:buSzPts val="5300"/>
              <a:buNone/>
              <a:defRPr sz="5300"/>
            </a:lvl7pPr>
            <a:lvl8pPr lvl="7" rtl="0" algn="ctr">
              <a:spcBef>
                <a:spcPts val="0"/>
              </a:spcBef>
              <a:spcAft>
                <a:spcPts val="0"/>
              </a:spcAft>
              <a:buSzPts val="5300"/>
              <a:buNone/>
              <a:defRPr sz="5300"/>
            </a:lvl8pPr>
            <a:lvl9pPr lvl="8" rtl="0" algn="ctr">
              <a:spcBef>
                <a:spcPts val="0"/>
              </a:spcBef>
              <a:spcAft>
                <a:spcPts val="0"/>
              </a:spcAft>
              <a:buSzPts val="5300"/>
              <a:buNone/>
              <a:defRPr sz="5300"/>
            </a:lvl9pPr>
          </a:lstStyle>
          <a:p>
            <a:r>
              <a:t>xx%</a:t>
            </a:r>
          </a:p>
        </p:txBody>
      </p:sp>
      <p:sp>
        <p:nvSpPr>
          <p:cNvPr id="99" name="Google Shape;99;p15"/>
          <p:cNvSpPr txBox="1"/>
          <p:nvPr>
            <p:ph idx="1" type="subTitle"/>
          </p:nvPr>
        </p:nvSpPr>
        <p:spPr>
          <a:xfrm flipH="1">
            <a:off x="2052825" y="3573275"/>
            <a:ext cx="5579100" cy="6975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850"/>
              <a:buNone/>
              <a:defRPr sz="1550"/>
            </a:lvl1pPr>
            <a:lvl2pPr lvl="1" rtl="0" algn="r">
              <a:lnSpc>
                <a:spcPct val="115000"/>
              </a:lnSpc>
              <a:spcBef>
                <a:spcPts val="0"/>
              </a:spcBef>
              <a:spcAft>
                <a:spcPts val="0"/>
              </a:spcAft>
              <a:buSzPts val="1850"/>
              <a:buNone/>
              <a:defRPr sz="1850"/>
            </a:lvl2pPr>
            <a:lvl3pPr lvl="2" rtl="0" algn="r">
              <a:lnSpc>
                <a:spcPct val="115000"/>
              </a:lnSpc>
              <a:spcBef>
                <a:spcPts val="0"/>
              </a:spcBef>
              <a:spcAft>
                <a:spcPts val="0"/>
              </a:spcAft>
              <a:buSzPts val="1850"/>
              <a:buNone/>
              <a:defRPr sz="1850"/>
            </a:lvl3pPr>
            <a:lvl4pPr lvl="3" rtl="0" algn="r">
              <a:lnSpc>
                <a:spcPct val="115000"/>
              </a:lnSpc>
              <a:spcBef>
                <a:spcPts val="0"/>
              </a:spcBef>
              <a:spcAft>
                <a:spcPts val="0"/>
              </a:spcAft>
              <a:buSzPts val="1850"/>
              <a:buNone/>
              <a:defRPr sz="1850"/>
            </a:lvl4pPr>
            <a:lvl5pPr lvl="4" rtl="0" algn="r">
              <a:lnSpc>
                <a:spcPct val="115000"/>
              </a:lnSpc>
              <a:spcBef>
                <a:spcPts val="0"/>
              </a:spcBef>
              <a:spcAft>
                <a:spcPts val="0"/>
              </a:spcAft>
              <a:buSzPts val="1850"/>
              <a:buNone/>
              <a:defRPr sz="1850"/>
            </a:lvl5pPr>
            <a:lvl6pPr lvl="5" rtl="0" algn="r">
              <a:lnSpc>
                <a:spcPct val="115000"/>
              </a:lnSpc>
              <a:spcBef>
                <a:spcPts val="0"/>
              </a:spcBef>
              <a:spcAft>
                <a:spcPts val="0"/>
              </a:spcAft>
              <a:buSzPts val="1850"/>
              <a:buNone/>
              <a:defRPr sz="1850"/>
            </a:lvl6pPr>
            <a:lvl7pPr lvl="6" rtl="0" algn="r">
              <a:lnSpc>
                <a:spcPct val="115000"/>
              </a:lnSpc>
              <a:spcBef>
                <a:spcPts val="0"/>
              </a:spcBef>
              <a:spcAft>
                <a:spcPts val="0"/>
              </a:spcAft>
              <a:buSzPts val="1850"/>
              <a:buNone/>
              <a:defRPr sz="1850"/>
            </a:lvl7pPr>
            <a:lvl8pPr lvl="7" rtl="0" algn="r">
              <a:lnSpc>
                <a:spcPct val="115000"/>
              </a:lnSpc>
              <a:spcBef>
                <a:spcPts val="0"/>
              </a:spcBef>
              <a:spcAft>
                <a:spcPts val="0"/>
              </a:spcAft>
              <a:buSzPts val="1850"/>
              <a:buNone/>
              <a:defRPr sz="1850"/>
            </a:lvl8pPr>
            <a:lvl9pPr lvl="8" rtl="0" algn="r">
              <a:lnSpc>
                <a:spcPct val="115000"/>
              </a:lnSpc>
              <a:spcBef>
                <a:spcPts val="0"/>
              </a:spcBef>
              <a:spcAft>
                <a:spcPts val="0"/>
              </a:spcAft>
              <a:buSzPts val="1850"/>
              <a:buNone/>
              <a:defRPr sz="1850"/>
            </a:lvl9pPr>
          </a:lstStyle>
          <a:p/>
        </p:txBody>
      </p:sp>
      <p:sp>
        <p:nvSpPr>
          <p:cNvPr id="100" name="Google Shape;100;p15"/>
          <p:cNvSpPr/>
          <p:nvPr/>
        </p:nvSpPr>
        <p:spPr>
          <a:xfrm flipH="1">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5"/>
          <p:cNvCxnSpPr/>
          <p:nvPr/>
        </p:nvCxnSpPr>
        <p:spPr>
          <a:xfrm rot="10800000">
            <a:off x="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
    <p:spTree>
      <p:nvGrpSpPr>
        <p:cNvPr id="102" name="Shape 102"/>
        <p:cNvGrpSpPr/>
        <p:nvPr/>
      </p:nvGrpSpPr>
      <p:grpSpPr>
        <a:xfrm>
          <a:off x="0" y="0"/>
          <a:ext cx="0" cy="0"/>
          <a:chOff x="0" y="0"/>
          <a:chExt cx="0" cy="0"/>
        </a:xfrm>
      </p:grpSpPr>
      <p:sp>
        <p:nvSpPr>
          <p:cNvPr id="103" name="Google Shape;103;p1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4" name="Google Shape;104;p16"/>
          <p:cNvSpPr txBox="1"/>
          <p:nvPr>
            <p:ph idx="1" type="subTitle"/>
          </p:nvPr>
        </p:nvSpPr>
        <p:spPr>
          <a:xfrm>
            <a:off x="713225"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5" name="Google Shape;105;p16"/>
          <p:cNvSpPr txBox="1"/>
          <p:nvPr>
            <p:ph hasCustomPrompt="1" idx="2" type="title"/>
          </p:nvPr>
        </p:nvSpPr>
        <p:spPr>
          <a:xfrm>
            <a:off x="713225"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6"/>
          <p:cNvSpPr txBox="1"/>
          <p:nvPr>
            <p:ph idx="3" type="subTitle"/>
          </p:nvPr>
        </p:nvSpPr>
        <p:spPr>
          <a:xfrm>
            <a:off x="713225"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07" name="Google Shape;107;p16"/>
          <p:cNvSpPr txBox="1"/>
          <p:nvPr>
            <p:ph idx="4" type="subTitle"/>
          </p:nvPr>
        </p:nvSpPr>
        <p:spPr>
          <a:xfrm>
            <a:off x="6030475"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8" name="Google Shape;108;p16"/>
          <p:cNvSpPr txBox="1"/>
          <p:nvPr>
            <p:ph hasCustomPrompt="1" idx="5" type="title"/>
          </p:nvPr>
        </p:nvSpPr>
        <p:spPr>
          <a:xfrm>
            <a:off x="6030475"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9" name="Google Shape;109;p16"/>
          <p:cNvSpPr txBox="1"/>
          <p:nvPr>
            <p:ph idx="6" type="subTitle"/>
          </p:nvPr>
        </p:nvSpPr>
        <p:spPr>
          <a:xfrm>
            <a:off x="6030475"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10" name="Google Shape;110;p16"/>
          <p:cNvSpPr txBox="1"/>
          <p:nvPr>
            <p:ph idx="7" type="subTitle"/>
          </p:nvPr>
        </p:nvSpPr>
        <p:spPr>
          <a:xfrm>
            <a:off x="3371850"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1" name="Google Shape;111;p16"/>
          <p:cNvSpPr txBox="1"/>
          <p:nvPr>
            <p:ph hasCustomPrompt="1" idx="8" type="title"/>
          </p:nvPr>
        </p:nvSpPr>
        <p:spPr>
          <a:xfrm>
            <a:off x="3371850"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2" name="Google Shape;112;p16"/>
          <p:cNvSpPr txBox="1"/>
          <p:nvPr>
            <p:ph idx="9" type="subTitle"/>
          </p:nvPr>
        </p:nvSpPr>
        <p:spPr>
          <a:xfrm>
            <a:off x="3371850"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cxnSp>
        <p:nvCxnSpPr>
          <p:cNvPr id="113" name="Google Shape;113;p16"/>
          <p:cNvCxnSpPr/>
          <p:nvPr/>
        </p:nvCxnSpPr>
        <p:spPr>
          <a:xfrm rot="10800000">
            <a:off x="5035800" y="4797575"/>
            <a:ext cx="4108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_1_2">
    <p:spTree>
      <p:nvGrpSpPr>
        <p:cNvPr id="114" name="Shape 114"/>
        <p:cNvGrpSpPr/>
        <p:nvPr/>
      </p:nvGrpSpPr>
      <p:grpSpPr>
        <a:xfrm>
          <a:off x="0" y="0"/>
          <a:ext cx="0" cy="0"/>
          <a:chOff x="0" y="0"/>
          <a:chExt cx="0" cy="0"/>
        </a:xfrm>
      </p:grpSpPr>
      <p:sp>
        <p:nvSpPr>
          <p:cNvPr id="115" name="Google Shape;115;p17"/>
          <p:cNvSpPr txBox="1"/>
          <p:nvPr>
            <p:ph idx="1" type="subTitle"/>
          </p:nvPr>
        </p:nvSpPr>
        <p:spPr>
          <a:xfrm>
            <a:off x="2370900" y="1278125"/>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6" name="Google Shape;116;p17"/>
          <p:cNvSpPr txBox="1"/>
          <p:nvPr>
            <p:ph hasCustomPrompt="1" type="title"/>
          </p:nvPr>
        </p:nvSpPr>
        <p:spPr>
          <a:xfrm>
            <a:off x="2370900" y="572825"/>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7" name="Google Shape;117;p17"/>
          <p:cNvSpPr txBox="1"/>
          <p:nvPr>
            <p:ph idx="2" type="subTitle"/>
          </p:nvPr>
        </p:nvSpPr>
        <p:spPr>
          <a:xfrm>
            <a:off x="2370900" y="4087875"/>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8" name="Google Shape;118;p17"/>
          <p:cNvSpPr txBox="1"/>
          <p:nvPr>
            <p:ph hasCustomPrompt="1" idx="3" type="title"/>
          </p:nvPr>
        </p:nvSpPr>
        <p:spPr>
          <a:xfrm>
            <a:off x="2370900" y="3382575"/>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9" name="Google Shape;119;p17"/>
          <p:cNvSpPr txBox="1"/>
          <p:nvPr>
            <p:ph idx="4" type="subTitle"/>
          </p:nvPr>
        </p:nvSpPr>
        <p:spPr>
          <a:xfrm>
            <a:off x="2370900" y="2683000"/>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20" name="Google Shape;120;p17"/>
          <p:cNvSpPr txBox="1"/>
          <p:nvPr>
            <p:ph hasCustomPrompt="1" idx="5" type="title"/>
          </p:nvPr>
        </p:nvSpPr>
        <p:spPr>
          <a:xfrm>
            <a:off x="2370900" y="1977700"/>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grpSp>
        <p:nvGrpSpPr>
          <p:cNvPr id="121" name="Google Shape;121;p17"/>
          <p:cNvGrpSpPr/>
          <p:nvPr/>
        </p:nvGrpSpPr>
        <p:grpSpPr>
          <a:xfrm>
            <a:off x="711250" y="-125"/>
            <a:ext cx="7719525" cy="5143625"/>
            <a:chOff x="711250" y="-125"/>
            <a:chExt cx="7719525" cy="5143625"/>
          </a:xfrm>
        </p:grpSpPr>
        <p:cxnSp>
          <p:nvCxnSpPr>
            <p:cNvPr id="122" name="Google Shape;122;p17"/>
            <p:cNvCxnSpPr/>
            <p:nvPr/>
          </p:nvCxnSpPr>
          <p:spPr>
            <a:xfrm rot="10800000">
              <a:off x="711250" y="2191500"/>
              <a:ext cx="0" cy="295200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7"/>
            <p:cNvCxnSpPr/>
            <p:nvPr/>
          </p:nvCxnSpPr>
          <p:spPr>
            <a:xfrm rot="10800000">
              <a:off x="8430775" y="-125"/>
              <a:ext cx="0" cy="2191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_1">
    <p:spTree>
      <p:nvGrpSpPr>
        <p:cNvPr id="124" name="Shape 124"/>
        <p:cNvGrpSpPr/>
        <p:nvPr/>
      </p:nvGrpSpPr>
      <p:grpSpPr>
        <a:xfrm>
          <a:off x="0" y="0"/>
          <a:ext cx="0" cy="0"/>
          <a:chOff x="0" y="0"/>
          <a:chExt cx="0" cy="0"/>
        </a:xfrm>
      </p:grpSpPr>
      <p:sp>
        <p:nvSpPr>
          <p:cNvPr id="125" name="Google Shape;125;p1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grpSp>
        <p:nvGrpSpPr>
          <p:cNvPr id="126" name="Google Shape;126;p18"/>
          <p:cNvGrpSpPr/>
          <p:nvPr/>
        </p:nvGrpSpPr>
        <p:grpSpPr>
          <a:xfrm flipH="1">
            <a:off x="0" y="4876025"/>
            <a:ext cx="9144000" cy="2676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 name="Google Shape;128;p1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_1_2">
    <p:spTree>
      <p:nvGrpSpPr>
        <p:cNvPr id="129" name="Shape 129"/>
        <p:cNvGrpSpPr/>
        <p:nvPr/>
      </p:nvGrpSpPr>
      <p:grpSpPr>
        <a:xfrm>
          <a:off x="0" y="0"/>
          <a:ext cx="0" cy="0"/>
          <a:chOff x="0" y="0"/>
          <a:chExt cx="0" cy="0"/>
        </a:xfrm>
      </p:grpSpPr>
      <p:sp>
        <p:nvSpPr>
          <p:cNvPr id="130" name="Google Shape;130;p1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cxnSp>
        <p:nvCxnSpPr>
          <p:cNvPr id="131" name="Google Shape;131;p19"/>
          <p:cNvCxnSpPr/>
          <p:nvPr/>
        </p:nvCxnSpPr>
        <p:spPr>
          <a:xfrm>
            <a:off x="0" y="262400"/>
            <a:ext cx="2286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
    <p:spTree>
      <p:nvGrpSpPr>
        <p:cNvPr id="132" name="Shape 132"/>
        <p:cNvGrpSpPr/>
        <p:nvPr/>
      </p:nvGrpSpPr>
      <p:grpSpPr>
        <a:xfrm>
          <a:off x="0" y="0"/>
          <a:ext cx="0" cy="0"/>
          <a:chOff x="0" y="0"/>
          <a:chExt cx="0" cy="0"/>
        </a:xfrm>
      </p:grpSpPr>
      <p:grpSp>
        <p:nvGrpSpPr>
          <p:cNvPr id="133" name="Google Shape;133;p20"/>
          <p:cNvGrpSpPr/>
          <p:nvPr/>
        </p:nvGrpSpPr>
        <p:grpSpPr>
          <a:xfrm>
            <a:off x="0" y="0"/>
            <a:ext cx="9144075" cy="51435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4082225" y="544275"/>
            <a:ext cx="4224300" cy="1203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9200"/>
              <a:buNone/>
              <a:defRPr sz="4500"/>
            </a:lvl1pPr>
            <a:lvl2pPr lvl="1" rtl="0">
              <a:spcBef>
                <a:spcPts val="0"/>
              </a:spcBef>
              <a:spcAft>
                <a:spcPts val="0"/>
              </a:spcAft>
              <a:buSzPts val="9200"/>
              <a:buNone/>
              <a:defRPr sz="9200"/>
            </a:lvl2pPr>
            <a:lvl3pPr lvl="2" rtl="0">
              <a:spcBef>
                <a:spcPts val="0"/>
              </a:spcBef>
              <a:spcAft>
                <a:spcPts val="0"/>
              </a:spcAft>
              <a:buSzPts val="9200"/>
              <a:buNone/>
              <a:defRPr sz="9200"/>
            </a:lvl3pPr>
            <a:lvl4pPr lvl="3" rtl="0">
              <a:spcBef>
                <a:spcPts val="0"/>
              </a:spcBef>
              <a:spcAft>
                <a:spcPts val="0"/>
              </a:spcAft>
              <a:buSzPts val="9200"/>
              <a:buNone/>
              <a:defRPr sz="9200"/>
            </a:lvl4pPr>
            <a:lvl5pPr lvl="4" rtl="0">
              <a:spcBef>
                <a:spcPts val="0"/>
              </a:spcBef>
              <a:spcAft>
                <a:spcPts val="0"/>
              </a:spcAft>
              <a:buSzPts val="9200"/>
              <a:buNone/>
              <a:defRPr sz="9200"/>
            </a:lvl5pPr>
            <a:lvl6pPr lvl="5" rtl="0">
              <a:spcBef>
                <a:spcPts val="0"/>
              </a:spcBef>
              <a:spcAft>
                <a:spcPts val="0"/>
              </a:spcAft>
              <a:buSzPts val="9200"/>
              <a:buNone/>
              <a:defRPr sz="9200"/>
            </a:lvl6pPr>
            <a:lvl7pPr lvl="6" rtl="0">
              <a:spcBef>
                <a:spcPts val="0"/>
              </a:spcBef>
              <a:spcAft>
                <a:spcPts val="0"/>
              </a:spcAft>
              <a:buSzPts val="9200"/>
              <a:buNone/>
              <a:defRPr sz="9200"/>
            </a:lvl7pPr>
            <a:lvl8pPr lvl="7" rtl="0">
              <a:spcBef>
                <a:spcPts val="0"/>
              </a:spcBef>
              <a:spcAft>
                <a:spcPts val="0"/>
              </a:spcAft>
              <a:buSzPts val="9200"/>
              <a:buNone/>
              <a:defRPr sz="9200"/>
            </a:lvl8pPr>
            <a:lvl9pPr lvl="8" rtl="0">
              <a:spcBef>
                <a:spcPts val="0"/>
              </a:spcBef>
              <a:spcAft>
                <a:spcPts val="0"/>
              </a:spcAft>
              <a:buSzPts val="9200"/>
              <a:buNone/>
              <a:defRPr sz="9200"/>
            </a:lvl9pPr>
          </a:lstStyle>
          <a:p/>
        </p:txBody>
      </p:sp>
      <p:sp>
        <p:nvSpPr>
          <p:cNvPr id="137" name="Google Shape;137;p20"/>
          <p:cNvSpPr txBox="1"/>
          <p:nvPr>
            <p:ph idx="1" type="subTitle"/>
          </p:nvPr>
        </p:nvSpPr>
        <p:spPr>
          <a:xfrm>
            <a:off x="4082150" y="1747875"/>
            <a:ext cx="4224300" cy="25944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850"/>
              <a:buNone/>
              <a:defRPr sz="1550"/>
            </a:lvl1pPr>
            <a:lvl2pPr lvl="1" rtl="0" algn="ctr">
              <a:lnSpc>
                <a:spcPct val="115000"/>
              </a:lnSpc>
              <a:spcBef>
                <a:spcPts val="0"/>
              </a:spcBef>
              <a:spcAft>
                <a:spcPts val="0"/>
              </a:spcAft>
              <a:buSzPts val="1850"/>
              <a:buNone/>
              <a:defRPr sz="1850"/>
            </a:lvl2pPr>
            <a:lvl3pPr lvl="2" rtl="0" algn="ctr">
              <a:lnSpc>
                <a:spcPct val="115000"/>
              </a:lnSpc>
              <a:spcBef>
                <a:spcPts val="0"/>
              </a:spcBef>
              <a:spcAft>
                <a:spcPts val="0"/>
              </a:spcAft>
              <a:buSzPts val="1850"/>
              <a:buNone/>
              <a:defRPr sz="1850"/>
            </a:lvl3pPr>
            <a:lvl4pPr lvl="3" rtl="0" algn="ctr">
              <a:lnSpc>
                <a:spcPct val="115000"/>
              </a:lnSpc>
              <a:spcBef>
                <a:spcPts val="0"/>
              </a:spcBef>
              <a:spcAft>
                <a:spcPts val="0"/>
              </a:spcAft>
              <a:buSzPts val="1850"/>
              <a:buNone/>
              <a:defRPr sz="1850"/>
            </a:lvl4pPr>
            <a:lvl5pPr lvl="4" rtl="0" algn="ctr">
              <a:lnSpc>
                <a:spcPct val="115000"/>
              </a:lnSpc>
              <a:spcBef>
                <a:spcPts val="0"/>
              </a:spcBef>
              <a:spcAft>
                <a:spcPts val="0"/>
              </a:spcAft>
              <a:buSzPts val="1850"/>
              <a:buNone/>
              <a:defRPr sz="1850"/>
            </a:lvl5pPr>
            <a:lvl6pPr lvl="5" rtl="0" algn="ctr">
              <a:lnSpc>
                <a:spcPct val="115000"/>
              </a:lnSpc>
              <a:spcBef>
                <a:spcPts val="0"/>
              </a:spcBef>
              <a:spcAft>
                <a:spcPts val="0"/>
              </a:spcAft>
              <a:buSzPts val="1850"/>
              <a:buNone/>
              <a:defRPr sz="1850"/>
            </a:lvl6pPr>
            <a:lvl7pPr lvl="6" rtl="0" algn="ctr">
              <a:lnSpc>
                <a:spcPct val="115000"/>
              </a:lnSpc>
              <a:spcBef>
                <a:spcPts val="0"/>
              </a:spcBef>
              <a:spcAft>
                <a:spcPts val="0"/>
              </a:spcAft>
              <a:buSzPts val="1850"/>
              <a:buNone/>
              <a:defRPr sz="1850"/>
            </a:lvl7pPr>
            <a:lvl8pPr lvl="7" rtl="0" algn="ctr">
              <a:lnSpc>
                <a:spcPct val="115000"/>
              </a:lnSpc>
              <a:spcBef>
                <a:spcPts val="0"/>
              </a:spcBef>
              <a:spcAft>
                <a:spcPts val="0"/>
              </a:spcAft>
              <a:buSzPts val="1850"/>
              <a:buNone/>
              <a:defRPr sz="1850"/>
            </a:lvl8pPr>
            <a:lvl9pPr lvl="8" rtl="0" algn="ctr">
              <a:lnSpc>
                <a:spcPct val="115000"/>
              </a:lnSpc>
              <a:spcBef>
                <a:spcPts val="0"/>
              </a:spcBef>
              <a:spcAft>
                <a:spcPts val="0"/>
              </a:spcAft>
              <a:buSzPts val="1850"/>
              <a:buNone/>
              <a:defRPr sz="1850"/>
            </a:lvl9pPr>
          </a:lstStyle>
          <a:p/>
        </p:txBody>
      </p:sp>
      <p:grpSp>
        <p:nvGrpSpPr>
          <p:cNvPr id="138" name="Google Shape;138;p20"/>
          <p:cNvGrpSpPr/>
          <p:nvPr/>
        </p:nvGrpSpPr>
        <p:grpSpPr>
          <a:xfrm>
            <a:off x="150" y="539500"/>
            <a:ext cx="8430625" cy="4604000"/>
            <a:chOff x="150" y="539500"/>
            <a:chExt cx="8430625" cy="4604000"/>
          </a:xfrm>
        </p:grpSpPr>
        <p:cxnSp>
          <p:nvCxnSpPr>
            <p:cNvPr id="139" name="Google Shape;139;p20"/>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20"/>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sp>
        <p:nvSpPr>
          <p:cNvPr id="141" name="Google Shape;141;p20"/>
          <p:cNvSpPr/>
          <p:nvPr>
            <p:ph idx="2" type="pic"/>
          </p:nvPr>
        </p:nvSpPr>
        <p:spPr>
          <a:xfrm>
            <a:off x="592075" y="544275"/>
            <a:ext cx="3312000" cy="3884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142" name="Shape 142"/>
        <p:cNvGrpSpPr/>
        <p:nvPr/>
      </p:nvGrpSpPr>
      <p:grpSpPr>
        <a:xfrm>
          <a:off x="0" y="0"/>
          <a:ext cx="0" cy="0"/>
          <a:chOff x="0" y="0"/>
          <a:chExt cx="0" cy="0"/>
        </a:xfrm>
      </p:grpSpPr>
      <p:sp>
        <p:nvSpPr>
          <p:cNvPr id="143" name="Google Shape;143;p21"/>
          <p:cNvSpPr txBox="1"/>
          <p:nvPr>
            <p:ph idx="1" type="body"/>
          </p:nvPr>
        </p:nvSpPr>
        <p:spPr>
          <a:xfrm>
            <a:off x="1691100" y="1759300"/>
            <a:ext cx="5761800" cy="2092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Font typeface="Red Hat Display"/>
              <a:buChar char="■"/>
              <a:defRPr/>
            </a:lvl1pPr>
            <a:lvl2pPr indent="-317500" lvl="1" marL="914400" rtl="0">
              <a:spcBef>
                <a:spcPts val="1600"/>
              </a:spcBef>
              <a:spcAft>
                <a:spcPts val="0"/>
              </a:spcAft>
              <a:buClr>
                <a:srgbClr val="FFFFFF"/>
              </a:buClr>
              <a:buSzPts val="1400"/>
              <a:buFont typeface="Red Hat Display"/>
              <a:buChar char="○"/>
              <a:defRPr/>
            </a:lvl2pPr>
            <a:lvl3pPr indent="-317500" lvl="2" marL="1371600" rtl="0">
              <a:spcBef>
                <a:spcPts val="1600"/>
              </a:spcBef>
              <a:spcAft>
                <a:spcPts val="0"/>
              </a:spcAft>
              <a:buClr>
                <a:srgbClr val="FFFFFF"/>
              </a:buClr>
              <a:buSzPts val="1400"/>
              <a:buFont typeface="Red Hat Display"/>
              <a:buChar char="■"/>
              <a:defRPr/>
            </a:lvl3pPr>
            <a:lvl4pPr indent="-317500" lvl="3" marL="1828800" rtl="0">
              <a:spcBef>
                <a:spcPts val="1600"/>
              </a:spcBef>
              <a:spcAft>
                <a:spcPts val="0"/>
              </a:spcAft>
              <a:buClr>
                <a:srgbClr val="FFFFFF"/>
              </a:buClr>
              <a:buSzPts val="1400"/>
              <a:buFont typeface="Red Hat Display"/>
              <a:buChar char="●"/>
              <a:defRPr/>
            </a:lvl4pPr>
            <a:lvl5pPr indent="-317500" lvl="4" marL="2286000" rtl="0">
              <a:spcBef>
                <a:spcPts val="1600"/>
              </a:spcBef>
              <a:spcAft>
                <a:spcPts val="0"/>
              </a:spcAft>
              <a:buClr>
                <a:srgbClr val="FFFFFF"/>
              </a:buClr>
              <a:buSzPts val="1400"/>
              <a:buFont typeface="Red Hat Display"/>
              <a:buChar char="○"/>
              <a:defRPr/>
            </a:lvl5pPr>
            <a:lvl6pPr indent="-317500" lvl="5" marL="2743200" rtl="0">
              <a:spcBef>
                <a:spcPts val="1600"/>
              </a:spcBef>
              <a:spcAft>
                <a:spcPts val="0"/>
              </a:spcAft>
              <a:buClr>
                <a:srgbClr val="FFFFFF"/>
              </a:buClr>
              <a:buSzPts val="1400"/>
              <a:buFont typeface="Red Hat Display"/>
              <a:buChar char="■"/>
              <a:defRPr/>
            </a:lvl6pPr>
            <a:lvl7pPr indent="-317500" lvl="6" marL="3200400" rtl="0">
              <a:spcBef>
                <a:spcPts val="1600"/>
              </a:spcBef>
              <a:spcAft>
                <a:spcPts val="0"/>
              </a:spcAft>
              <a:buClr>
                <a:srgbClr val="FFFFFF"/>
              </a:buClr>
              <a:buSzPts val="1400"/>
              <a:buFont typeface="Red Hat Display"/>
              <a:buChar char="●"/>
              <a:defRPr/>
            </a:lvl7pPr>
            <a:lvl8pPr indent="-317500" lvl="7" marL="3657600" rtl="0">
              <a:spcBef>
                <a:spcPts val="1600"/>
              </a:spcBef>
              <a:spcAft>
                <a:spcPts val="0"/>
              </a:spcAft>
              <a:buClr>
                <a:srgbClr val="FFFFFF"/>
              </a:buClr>
              <a:buSzPts val="1400"/>
              <a:buFont typeface="Red Hat Display"/>
              <a:buChar char="○"/>
              <a:defRPr/>
            </a:lvl8pPr>
            <a:lvl9pPr indent="-317500" lvl="8" marL="4114800" rtl="0">
              <a:spcBef>
                <a:spcPts val="1600"/>
              </a:spcBef>
              <a:spcAft>
                <a:spcPts val="1600"/>
              </a:spcAft>
              <a:buClr>
                <a:srgbClr val="FFFFFF"/>
              </a:buClr>
              <a:buSzPts val="1400"/>
              <a:buFont typeface="Red Hat Display"/>
              <a:buChar char="■"/>
              <a:defRPr/>
            </a:lvl9pPr>
          </a:lstStyle>
          <a:p/>
        </p:txBody>
      </p:sp>
      <p:sp>
        <p:nvSpPr>
          <p:cNvPr id="144" name="Google Shape;144;p2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45" name="Google Shape;145;p21"/>
          <p:cNvSpPr/>
          <p:nvPr/>
        </p:nvSpPr>
        <p:spPr>
          <a:xfrm flipH="1">
            <a:off x="0" y="487590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21"/>
          <p:cNvGrpSpPr/>
          <p:nvPr/>
        </p:nvGrpSpPr>
        <p:grpSpPr>
          <a:xfrm>
            <a:off x="276825" y="267475"/>
            <a:ext cx="8860200" cy="4876025"/>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21"/>
            <p:cNvCxnSpPr/>
            <p:nvPr/>
          </p:nvCxnSpPr>
          <p:spPr>
            <a:xfrm>
              <a:off x="4565025" y="26747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_1_1">
    <p:spTree>
      <p:nvGrpSpPr>
        <p:cNvPr id="149" name="Shape 149"/>
        <p:cNvGrpSpPr/>
        <p:nvPr/>
      </p:nvGrpSpPr>
      <p:grpSpPr>
        <a:xfrm>
          <a:off x="0" y="0"/>
          <a:ext cx="0" cy="0"/>
          <a:chOff x="0" y="0"/>
          <a:chExt cx="0" cy="0"/>
        </a:xfrm>
      </p:grpSpPr>
      <p:sp>
        <p:nvSpPr>
          <p:cNvPr id="150" name="Google Shape;150;p22"/>
          <p:cNvSpPr txBox="1"/>
          <p:nvPr>
            <p:ph type="title"/>
          </p:nvPr>
        </p:nvSpPr>
        <p:spPr>
          <a:xfrm>
            <a:off x="948325" y="1185562"/>
            <a:ext cx="4863300" cy="803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1" name="Google Shape;151;p22"/>
          <p:cNvSpPr txBox="1"/>
          <p:nvPr>
            <p:ph idx="1" type="subTitle"/>
          </p:nvPr>
        </p:nvSpPr>
        <p:spPr>
          <a:xfrm>
            <a:off x="948325" y="2112038"/>
            <a:ext cx="4863300" cy="1845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
        <p:nvSpPr>
          <p:cNvPr id="152" name="Google Shape;152;p22"/>
          <p:cNvSpPr/>
          <p:nvPr/>
        </p:nvSpPr>
        <p:spPr>
          <a:xfrm flipH="1" rot="10800000">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2"/>
          <p:cNvGrpSpPr/>
          <p:nvPr/>
        </p:nvGrpSpPr>
        <p:grpSpPr>
          <a:xfrm flipH="1" rot="10800000">
            <a:off x="-55375" y="0"/>
            <a:ext cx="9199250" cy="4604000"/>
            <a:chOff x="-55375" y="539500"/>
            <a:chExt cx="9199250" cy="4604000"/>
          </a:xfrm>
        </p:grpSpPr>
        <p:cxnSp>
          <p:nvCxnSpPr>
            <p:cNvPr id="154" name="Google Shape;154;p22"/>
            <p:cNvCxnSpPr/>
            <p:nvPr/>
          </p:nvCxnSpPr>
          <p:spPr>
            <a:xfrm>
              <a:off x="-55375" y="4608575"/>
              <a:ext cx="45717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22"/>
            <p:cNvCxnSpPr/>
            <p:nvPr/>
          </p:nvCxnSpPr>
          <p:spPr>
            <a:xfrm>
              <a:off x="4585075" y="539500"/>
              <a:ext cx="4558800" cy="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2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_1_1">
    <p:spTree>
      <p:nvGrpSpPr>
        <p:cNvPr id="157" name="Shape 157"/>
        <p:cNvGrpSpPr/>
        <p:nvPr/>
      </p:nvGrpSpPr>
      <p:grpSpPr>
        <a:xfrm>
          <a:off x="0" y="0"/>
          <a:ext cx="0" cy="0"/>
          <a:chOff x="0" y="0"/>
          <a:chExt cx="0" cy="0"/>
        </a:xfrm>
      </p:grpSpPr>
      <p:sp>
        <p:nvSpPr>
          <p:cNvPr id="158" name="Google Shape;158;p23"/>
          <p:cNvSpPr txBox="1"/>
          <p:nvPr>
            <p:ph type="title"/>
          </p:nvPr>
        </p:nvSpPr>
        <p:spPr>
          <a:xfrm>
            <a:off x="1262175" y="1023602"/>
            <a:ext cx="2890500" cy="1678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9" name="Google Shape;159;p23"/>
          <p:cNvSpPr txBox="1"/>
          <p:nvPr>
            <p:ph idx="1" type="subTitle"/>
          </p:nvPr>
        </p:nvSpPr>
        <p:spPr>
          <a:xfrm>
            <a:off x="1262175" y="2702272"/>
            <a:ext cx="2890500" cy="1417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0" name="Google Shape;160;p23"/>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23"/>
          <p:cNvGrpSpPr/>
          <p:nvPr/>
        </p:nvGrpSpPr>
        <p:grpSpPr>
          <a:xfrm rot="10800000">
            <a:off x="0" y="363100"/>
            <a:ext cx="8860200" cy="4780400"/>
            <a:chOff x="283800" y="0"/>
            <a:chExt cx="8860200" cy="4780400"/>
          </a:xfrm>
        </p:grpSpPr>
        <p:cxnSp>
          <p:nvCxnSpPr>
            <p:cNvPr id="162" name="Google Shape;162;p23"/>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23"/>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_1_1_1">
    <p:spTree>
      <p:nvGrpSpPr>
        <p:cNvPr id="164" name="Shape 164"/>
        <p:cNvGrpSpPr/>
        <p:nvPr/>
      </p:nvGrpSpPr>
      <p:grpSpPr>
        <a:xfrm>
          <a:off x="0" y="0"/>
          <a:ext cx="0" cy="0"/>
          <a:chOff x="0" y="0"/>
          <a:chExt cx="0" cy="0"/>
        </a:xfrm>
      </p:grpSpPr>
      <p:sp>
        <p:nvSpPr>
          <p:cNvPr id="165" name="Google Shape;165;p24"/>
          <p:cNvSpPr txBox="1"/>
          <p:nvPr>
            <p:ph type="title"/>
          </p:nvPr>
        </p:nvSpPr>
        <p:spPr>
          <a:xfrm>
            <a:off x="4746800" y="1023600"/>
            <a:ext cx="2630100" cy="1521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100"/>
              <a:buNone/>
              <a:defRPr/>
            </a:lvl1pPr>
            <a:lvl2pPr lvl="1" rtl="0" algn="r">
              <a:spcBef>
                <a:spcPts val="0"/>
              </a:spcBef>
              <a:spcAft>
                <a:spcPts val="0"/>
              </a:spcAft>
              <a:buSzPts val="3100"/>
              <a:buNone/>
              <a:defRPr/>
            </a:lvl2pPr>
            <a:lvl3pPr lvl="2" rtl="0" algn="r">
              <a:spcBef>
                <a:spcPts val="0"/>
              </a:spcBef>
              <a:spcAft>
                <a:spcPts val="0"/>
              </a:spcAft>
              <a:buSzPts val="3100"/>
              <a:buNone/>
              <a:defRPr/>
            </a:lvl3pPr>
            <a:lvl4pPr lvl="3" rtl="0" algn="r">
              <a:spcBef>
                <a:spcPts val="0"/>
              </a:spcBef>
              <a:spcAft>
                <a:spcPts val="0"/>
              </a:spcAft>
              <a:buSzPts val="3100"/>
              <a:buNone/>
              <a:defRPr/>
            </a:lvl4pPr>
            <a:lvl5pPr lvl="4" rtl="0" algn="r">
              <a:spcBef>
                <a:spcPts val="0"/>
              </a:spcBef>
              <a:spcAft>
                <a:spcPts val="0"/>
              </a:spcAft>
              <a:buSzPts val="3100"/>
              <a:buNone/>
              <a:defRPr/>
            </a:lvl5pPr>
            <a:lvl6pPr lvl="5" rtl="0" algn="r">
              <a:spcBef>
                <a:spcPts val="0"/>
              </a:spcBef>
              <a:spcAft>
                <a:spcPts val="0"/>
              </a:spcAft>
              <a:buSzPts val="3100"/>
              <a:buNone/>
              <a:defRPr/>
            </a:lvl6pPr>
            <a:lvl7pPr lvl="6" rtl="0" algn="r">
              <a:spcBef>
                <a:spcPts val="0"/>
              </a:spcBef>
              <a:spcAft>
                <a:spcPts val="0"/>
              </a:spcAft>
              <a:buSzPts val="3100"/>
              <a:buNone/>
              <a:defRPr/>
            </a:lvl7pPr>
            <a:lvl8pPr lvl="7" rtl="0" algn="r">
              <a:spcBef>
                <a:spcPts val="0"/>
              </a:spcBef>
              <a:spcAft>
                <a:spcPts val="0"/>
              </a:spcAft>
              <a:buSzPts val="3100"/>
              <a:buNone/>
              <a:defRPr/>
            </a:lvl8pPr>
            <a:lvl9pPr lvl="8" rtl="0" algn="r">
              <a:spcBef>
                <a:spcPts val="0"/>
              </a:spcBef>
              <a:spcAft>
                <a:spcPts val="0"/>
              </a:spcAft>
              <a:buSzPts val="3100"/>
              <a:buNone/>
              <a:defRPr/>
            </a:lvl9pPr>
          </a:lstStyle>
          <a:p/>
        </p:txBody>
      </p:sp>
      <p:sp>
        <p:nvSpPr>
          <p:cNvPr id="166" name="Google Shape;166;p24"/>
          <p:cNvSpPr txBox="1"/>
          <p:nvPr>
            <p:ph idx="1" type="subTitle"/>
          </p:nvPr>
        </p:nvSpPr>
        <p:spPr>
          <a:xfrm>
            <a:off x="4746800" y="2545055"/>
            <a:ext cx="2630100" cy="15750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400"/>
              <a:buNone/>
              <a:defRPr/>
            </a:lvl1pPr>
            <a:lvl2pPr lvl="1" rtl="0" algn="r">
              <a:lnSpc>
                <a:spcPct val="115000"/>
              </a:lnSpc>
              <a:spcBef>
                <a:spcPts val="0"/>
              </a:spcBef>
              <a:spcAft>
                <a:spcPts val="0"/>
              </a:spcAft>
              <a:buSzPts val="1400"/>
              <a:buNone/>
              <a:defRPr/>
            </a:lvl2pPr>
            <a:lvl3pPr lvl="2" rtl="0" algn="r">
              <a:lnSpc>
                <a:spcPct val="115000"/>
              </a:lnSpc>
              <a:spcBef>
                <a:spcPts val="0"/>
              </a:spcBef>
              <a:spcAft>
                <a:spcPts val="0"/>
              </a:spcAft>
              <a:buSzPts val="1400"/>
              <a:buNone/>
              <a:defRPr/>
            </a:lvl3pPr>
            <a:lvl4pPr lvl="3" rtl="0" algn="r">
              <a:lnSpc>
                <a:spcPct val="115000"/>
              </a:lnSpc>
              <a:spcBef>
                <a:spcPts val="0"/>
              </a:spcBef>
              <a:spcAft>
                <a:spcPts val="0"/>
              </a:spcAft>
              <a:buSzPts val="1400"/>
              <a:buNone/>
              <a:defRPr/>
            </a:lvl4pPr>
            <a:lvl5pPr lvl="4" rtl="0" algn="r">
              <a:lnSpc>
                <a:spcPct val="115000"/>
              </a:lnSpc>
              <a:spcBef>
                <a:spcPts val="0"/>
              </a:spcBef>
              <a:spcAft>
                <a:spcPts val="0"/>
              </a:spcAft>
              <a:buSzPts val="1400"/>
              <a:buNone/>
              <a:defRPr/>
            </a:lvl5pPr>
            <a:lvl6pPr lvl="5" rtl="0" algn="r">
              <a:lnSpc>
                <a:spcPct val="115000"/>
              </a:lnSpc>
              <a:spcBef>
                <a:spcPts val="0"/>
              </a:spcBef>
              <a:spcAft>
                <a:spcPts val="0"/>
              </a:spcAft>
              <a:buSzPts val="1400"/>
              <a:buNone/>
              <a:defRPr/>
            </a:lvl6pPr>
            <a:lvl7pPr lvl="6" rtl="0" algn="r">
              <a:lnSpc>
                <a:spcPct val="115000"/>
              </a:lnSpc>
              <a:spcBef>
                <a:spcPts val="0"/>
              </a:spcBef>
              <a:spcAft>
                <a:spcPts val="0"/>
              </a:spcAft>
              <a:buSzPts val="1400"/>
              <a:buNone/>
              <a:defRPr/>
            </a:lvl7pPr>
            <a:lvl8pPr lvl="7" rtl="0" algn="r">
              <a:lnSpc>
                <a:spcPct val="115000"/>
              </a:lnSpc>
              <a:spcBef>
                <a:spcPts val="0"/>
              </a:spcBef>
              <a:spcAft>
                <a:spcPts val="0"/>
              </a:spcAft>
              <a:buSzPts val="1400"/>
              <a:buNone/>
              <a:defRPr/>
            </a:lvl8pPr>
            <a:lvl9pPr lvl="8" rtl="0" algn="r">
              <a:lnSpc>
                <a:spcPct val="115000"/>
              </a:lnSpc>
              <a:spcBef>
                <a:spcPts val="0"/>
              </a:spcBef>
              <a:spcAft>
                <a:spcPts val="0"/>
              </a:spcAft>
              <a:buSzPts val="1400"/>
              <a:buNone/>
              <a:defRPr/>
            </a:lvl9pPr>
          </a:lstStyle>
          <a:p/>
        </p:txBody>
      </p:sp>
      <p:grpSp>
        <p:nvGrpSpPr>
          <p:cNvPr id="167" name="Google Shape;167;p24"/>
          <p:cNvGrpSpPr/>
          <p:nvPr/>
        </p:nvGrpSpPr>
        <p:grpSpPr>
          <a:xfrm flipH="1">
            <a:off x="0" y="0"/>
            <a:ext cx="9144075" cy="51435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73" name="Google Shape;173;p24"/>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74" name="Shape 174"/>
        <p:cNvGrpSpPr/>
        <p:nvPr/>
      </p:nvGrpSpPr>
      <p:grpSpPr>
        <a:xfrm>
          <a:off x="0" y="0"/>
          <a:ext cx="0" cy="0"/>
          <a:chOff x="0" y="0"/>
          <a:chExt cx="0" cy="0"/>
        </a:xfrm>
      </p:grpSpPr>
      <p:sp>
        <p:nvSpPr>
          <p:cNvPr id="175" name="Google Shape;175;p2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76" name="Google Shape;176;p25"/>
          <p:cNvSpPr txBox="1"/>
          <p:nvPr>
            <p:ph idx="1" type="body"/>
          </p:nvPr>
        </p:nvSpPr>
        <p:spPr>
          <a:xfrm>
            <a:off x="713225" y="1682875"/>
            <a:ext cx="3780900" cy="2734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2"/>
              </a:buClr>
              <a:buSzPts val="1400"/>
              <a:buChar char="■"/>
              <a:defRPr/>
            </a:lvl1pPr>
            <a:lvl2pPr indent="-317500" lvl="1" marL="914400" rtl="0">
              <a:lnSpc>
                <a:spcPct val="115000"/>
              </a:lnSpc>
              <a:spcBef>
                <a:spcPts val="0"/>
              </a:spcBef>
              <a:spcAft>
                <a:spcPts val="0"/>
              </a:spcAft>
              <a:buSzPts val="1400"/>
              <a:buFont typeface="Chivo"/>
              <a:buChar char="○"/>
              <a:defRPr/>
            </a:lvl2pPr>
            <a:lvl3pPr indent="-317500" lvl="2" marL="1371600" rtl="0">
              <a:lnSpc>
                <a:spcPct val="115000"/>
              </a:lnSpc>
              <a:spcBef>
                <a:spcPts val="1600"/>
              </a:spcBef>
              <a:spcAft>
                <a:spcPts val="0"/>
              </a:spcAft>
              <a:buSzPts val="1400"/>
              <a:buFont typeface="Chivo"/>
              <a:buChar char="■"/>
              <a:defRPr/>
            </a:lvl3pPr>
            <a:lvl4pPr indent="-317500" lvl="3" marL="1828800" rtl="0">
              <a:lnSpc>
                <a:spcPct val="115000"/>
              </a:lnSpc>
              <a:spcBef>
                <a:spcPts val="1600"/>
              </a:spcBef>
              <a:spcAft>
                <a:spcPts val="0"/>
              </a:spcAft>
              <a:buSzPts val="1400"/>
              <a:buFont typeface="Chivo"/>
              <a:buChar char="●"/>
              <a:defRPr/>
            </a:lvl4pPr>
            <a:lvl5pPr indent="-317500" lvl="4" marL="2286000" rtl="0">
              <a:lnSpc>
                <a:spcPct val="115000"/>
              </a:lnSpc>
              <a:spcBef>
                <a:spcPts val="1600"/>
              </a:spcBef>
              <a:spcAft>
                <a:spcPts val="0"/>
              </a:spcAft>
              <a:buSzPts val="1400"/>
              <a:buFont typeface="Chivo"/>
              <a:buChar char="○"/>
              <a:defRPr/>
            </a:lvl5pPr>
            <a:lvl6pPr indent="-317500" lvl="5" marL="2743200" rtl="0">
              <a:lnSpc>
                <a:spcPct val="115000"/>
              </a:lnSpc>
              <a:spcBef>
                <a:spcPts val="1600"/>
              </a:spcBef>
              <a:spcAft>
                <a:spcPts val="0"/>
              </a:spcAft>
              <a:buSzPts val="1400"/>
              <a:buFont typeface="Chivo"/>
              <a:buChar char="■"/>
              <a:defRPr/>
            </a:lvl6pPr>
            <a:lvl7pPr indent="-317500" lvl="6" marL="3200400" rtl="0">
              <a:lnSpc>
                <a:spcPct val="115000"/>
              </a:lnSpc>
              <a:spcBef>
                <a:spcPts val="1600"/>
              </a:spcBef>
              <a:spcAft>
                <a:spcPts val="0"/>
              </a:spcAft>
              <a:buSzPts val="1400"/>
              <a:buFont typeface="Chivo"/>
              <a:buChar char="●"/>
              <a:defRPr/>
            </a:lvl7pPr>
            <a:lvl8pPr indent="-317500" lvl="7" marL="3657600" rtl="0">
              <a:lnSpc>
                <a:spcPct val="115000"/>
              </a:lnSpc>
              <a:spcBef>
                <a:spcPts val="1600"/>
              </a:spcBef>
              <a:spcAft>
                <a:spcPts val="0"/>
              </a:spcAft>
              <a:buSzPts val="1400"/>
              <a:buFont typeface="Chivo"/>
              <a:buChar char="○"/>
              <a:defRPr/>
            </a:lvl8pPr>
            <a:lvl9pPr indent="-317500" lvl="8" marL="4114800" rtl="0">
              <a:lnSpc>
                <a:spcPct val="115000"/>
              </a:lnSpc>
              <a:spcBef>
                <a:spcPts val="1600"/>
              </a:spcBef>
              <a:spcAft>
                <a:spcPts val="1600"/>
              </a:spcAft>
              <a:buSzPts val="1400"/>
              <a:buFont typeface="Chivo"/>
              <a:buChar char="■"/>
              <a:defRPr/>
            </a:lvl9pPr>
          </a:lstStyle>
          <a:p/>
        </p:txBody>
      </p:sp>
      <p:sp>
        <p:nvSpPr>
          <p:cNvPr id="177" name="Google Shape;177;p25"/>
          <p:cNvSpPr txBox="1"/>
          <p:nvPr>
            <p:ph idx="2" type="body"/>
          </p:nvPr>
        </p:nvSpPr>
        <p:spPr>
          <a:xfrm>
            <a:off x="4651325" y="1682875"/>
            <a:ext cx="3780900" cy="2734800"/>
          </a:xfrm>
          <a:prstGeom prst="rect">
            <a:avLst/>
          </a:prstGeom>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Char char="■"/>
              <a:defRPr/>
            </a:lvl1pPr>
            <a:lvl2pPr indent="-317500" lvl="1" marL="914400" rtl="0">
              <a:lnSpc>
                <a:spcPct val="115000"/>
              </a:lnSpc>
              <a:spcBef>
                <a:spcPts val="0"/>
              </a:spcBef>
              <a:spcAft>
                <a:spcPts val="0"/>
              </a:spcAft>
              <a:buSzPts val="1400"/>
              <a:buFont typeface="Chivo"/>
              <a:buChar char="○"/>
              <a:defRPr/>
            </a:lvl2pPr>
            <a:lvl3pPr indent="-317500" lvl="2" marL="1371600" rtl="0">
              <a:lnSpc>
                <a:spcPct val="115000"/>
              </a:lnSpc>
              <a:spcBef>
                <a:spcPts val="1600"/>
              </a:spcBef>
              <a:spcAft>
                <a:spcPts val="0"/>
              </a:spcAft>
              <a:buSzPts val="1400"/>
              <a:buFont typeface="Chivo"/>
              <a:buChar char="■"/>
              <a:defRPr/>
            </a:lvl3pPr>
            <a:lvl4pPr indent="-317500" lvl="3" marL="1828800" rtl="0">
              <a:lnSpc>
                <a:spcPct val="115000"/>
              </a:lnSpc>
              <a:spcBef>
                <a:spcPts val="1600"/>
              </a:spcBef>
              <a:spcAft>
                <a:spcPts val="0"/>
              </a:spcAft>
              <a:buSzPts val="1400"/>
              <a:buFont typeface="Chivo"/>
              <a:buChar char="●"/>
              <a:defRPr/>
            </a:lvl4pPr>
            <a:lvl5pPr indent="-317500" lvl="4" marL="2286000" rtl="0">
              <a:lnSpc>
                <a:spcPct val="115000"/>
              </a:lnSpc>
              <a:spcBef>
                <a:spcPts val="1600"/>
              </a:spcBef>
              <a:spcAft>
                <a:spcPts val="0"/>
              </a:spcAft>
              <a:buSzPts val="1400"/>
              <a:buFont typeface="Chivo"/>
              <a:buChar char="○"/>
              <a:defRPr/>
            </a:lvl5pPr>
            <a:lvl6pPr indent="-317500" lvl="5" marL="2743200" rtl="0">
              <a:lnSpc>
                <a:spcPct val="115000"/>
              </a:lnSpc>
              <a:spcBef>
                <a:spcPts val="1600"/>
              </a:spcBef>
              <a:spcAft>
                <a:spcPts val="0"/>
              </a:spcAft>
              <a:buSzPts val="1400"/>
              <a:buFont typeface="Chivo"/>
              <a:buChar char="■"/>
              <a:defRPr/>
            </a:lvl6pPr>
            <a:lvl7pPr indent="-317500" lvl="6" marL="3200400" rtl="0">
              <a:lnSpc>
                <a:spcPct val="115000"/>
              </a:lnSpc>
              <a:spcBef>
                <a:spcPts val="1600"/>
              </a:spcBef>
              <a:spcAft>
                <a:spcPts val="0"/>
              </a:spcAft>
              <a:buSzPts val="1400"/>
              <a:buFont typeface="Chivo"/>
              <a:buChar char="●"/>
              <a:defRPr/>
            </a:lvl7pPr>
            <a:lvl8pPr indent="-317500" lvl="7" marL="3657600" rtl="0">
              <a:lnSpc>
                <a:spcPct val="115000"/>
              </a:lnSpc>
              <a:spcBef>
                <a:spcPts val="1600"/>
              </a:spcBef>
              <a:spcAft>
                <a:spcPts val="0"/>
              </a:spcAft>
              <a:buSzPts val="1400"/>
              <a:buFont typeface="Chivo"/>
              <a:buChar char="○"/>
              <a:defRPr/>
            </a:lvl8pPr>
            <a:lvl9pPr indent="-317500" lvl="8" marL="4114800" rtl="0">
              <a:lnSpc>
                <a:spcPct val="115000"/>
              </a:lnSpc>
              <a:spcBef>
                <a:spcPts val="1600"/>
              </a:spcBef>
              <a:spcAft>
                <a:spcPts val="1600"/>
              </a:spcAft>
              <a:buSzPts val="1400"/>
              <a:buFont typeface="Chivo"/>
              <a:buChar char="■"/>
              <a:defRPr/>
            </a:lvl9pPr>
          </a:lstStyle>
          <a:p/>
        </p:txBody>
      </p:sp>
      <p:sp>
        <p:nvSpPr>
          <p:cNvPr id="178" name="Google Shape;178;p25"/>
          <p:cNvSpPr txBox="1"/>
          <p:nvPr>
            <p:ph idx="3"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79" name="Google Shape;179;p25"/>
          <p:cNvSpPr/>
          <p:nvPr/>
        </p:nvSpPr>
        <p:spPr>
          <a:xfrm flipH="1">
            <a:off x="71340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 name="Google Shape;180;p25"/>
          <p:cNvGrpSpPr/>
          <p:nvPr/>
        </p:nvGrpSpPr>
        <p:grpSpPr>
          <a:xfrm>
            <a:off x="283800" y="-4100"/>
            <a:ext cx="8576400" cy="5147625"/>
            <a:chOff x="283800" y="-4100"/>
            <a:chExt cx="8576400" cy="5147625"/>
          </a:xfrm>
        </p:grpSpPr>
        <p:cxnSp>
          <p:nvCxnSpPr>
            <p:cNvPr id="181" name="Google Shape;181;p25"/>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82" name="Google Shape;182;p25"/>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183" name="Shape 183"/>
        <p:cNvGrpSpPr/>
        <p:nvPr/>
      </p:nvGrpSpPr>
      <p:grpSpPr>
        <a:xfrm>
          <a:off x="0" y="0"/>
          <a:ext cx="0" cy="0"/>
          <a:chOff x="0" y="0"/>
          <a:chExt cx="0" cy="0"/>
        </a:xfrm>
      </p:grpSpPr>
      <p:sp>
        <p:nvSpPr>
          <p:cNvPr id="184" name="Google Shape;184;p2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85" name="Google Shape;185;p26"/>
          <p:cNvSpPr txBox="1"/>
          <p:nvPr>
            <p:ph idx="1" type="subTitle"/>
          </p:nvPr>
        </p:nvSpPr>
        <p:spPr>
          <a:xfrm>
            <a:off x="1106875" y="1964500"/>
            <a:ext cx="3200400" cy="1887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6" name="Google Shape;186;p26"/>
          <p:cNvSpPr txBox="1"/>
          <p:nvPr>
            <p:ph idx="2" type="subTitle"/>
          </p:nvPr>
        </p:nvSpPr>
        <p:spPr>
          <a:xfrm>
            <a:off x="4836725" y="1964500"/>
            <a:ext cx="3200400" cy="1887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7" name="Google Shape;187;p26"/>
          <p:cNvSpPr/>
          <p:nvPr/>
        </p:nvSpPr>
        <p:spPr>
          <a:xfrm rot="10800000">
            <a:off x="8860200"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26"/>
          <p:cNvGrpSpPr/>
          <p:nvPr/>
        </p:nvGrpSpPr>
        <p:grpSpPr>
          <a:xfrm rot="10800000">
            <a:off x="-125" y="267450"/>
            <a:ext cx="9002225" cy="4876050"/>
            <a:chOff x="141900" y="-26"/>
            <a:chExt cx="9002225" cy="4876050"/>
          </a:xfrm>
        </p:grpSpPr>
        <p:cxnSp>
          <p:nvCxnSpPr>
            <p:cNvPr id="189" name="Google Shape;189;p26"/>
            <p:cNvCxnSpPr/>
            <p:nvPr/>
          </p:nvCxnSpPr>
          <p:spPr>
            <a:xfrm>
              <a:off x="7404125" y="4876024"/>
              <a:ext cx="17400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2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91" name="Shape 191"/>
        <p:cNvGrpSpPr/>
        <p:nvPr/>
      </p:nvGrpSpPr>
      <p:grpSpPr>
        <a:xfrm>
          <a:off x="0" y="0"/>
          <a:ext cx="0" cy="0"/>
          <a:chOff x="0" y="0"/>
          <a:chExt cx="0" cy="0"/>
        </a:xfrm>
      </p:grpSpPr>
      <p:sp>
        <p:nvSpPr>
          <p:cNvPr id="192" name="Google Shape;192;p2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93" name="Google Shape;193;p27"/>
          <p:cNvSpPr txBox="1"/>
          <p:nvPr>
            <p:ph idx="1" type="subTitle"/>
          </p:nvPr>
        </p:nvSpPr>
        <p:spPr>
          <a:xfrm>
            <a:off x="713263"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4" name="Google Shape;194;p27"/>
          <p:cNvSpPr txBox="1"/>
          <p:nvPr>
            <p:ph idx="2" type="subTitle"/>
          </p:nvPr>
        </p:nvSpPr>
        <p:spPr>
          <a:xfrm>
            <a:off x="713263" y="2785375"/>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5" name="Google Shape;195;p27"/>
          <p:cNvSpPr txBox="1"/>
          <p:nvPr>
            <p:ph idx="3" type="subTitle"/>
          </p:nvPr>
        </p:nvSpPr>
        <p:spPr>
          <a:xfrm>
            <a:off x="6030438"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6" name="Google Shape;196;p27"/>
          <p:cNvSpPr txBox="1"/>
          <p:nvPr>
            <p:ph idx="4" type="subTitle"/>
          </p:nvPr>
        </p:nvSpPr>
        <p:spPr>
          <a:xfrm>
            <a:off x="6030438" y="2782400"/>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7" name="Google Shape;197;p27"/>
          <p:cNvSpPr txBox="1"/>
          <p:nvPr>
            <p:ph idx="5" type="subTitle"/>
          </p:nvPr>
        </p:nvSpPr>
        <p:spPr>
          <a:xfrm>
            <a:off x="3371850"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8" name="Google Shape;198;p27"/>
          <p:cNvSpPr txBox="1"/>
          <p:nvPr>
            <p:ph idx="6" type="subTitle"/>
          </p:nvPr>
        </p:nvSpPr>
        <p:spPr>
          <a:xfrm>
            <a:off x="3371850" y="2782400"/>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
    <p:spTree>
      <p:nvGrpSpPr>
        <p:cNvPr id="199" name="Shape 199"/>
        <p:cNvGrpSpPr/>
        <p:nvPr/>
      </p:nvGrpSpPr>
      <p:grpSpPr>
        <a:xfrm>
          <a:off x="0" y="0"/>
          <a:ext cx="0" cy="0"/>
          <a:chOff x="0" y="0"/>
          <a:chExt cx="0" cy="0"/>
        </a:xfrm>
      </p:grpSpPr>
      <p:sp>
        <p:nvSpPr>
          <p:cNvPr id="200" name="Google Shape;200;p2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01" name="Google Shape;201;p28"/>
          <p:cNvSpPr txBox="1"/>
          <p:nvPr>
            <p:ph idx="1" type="subTitle"/>
          </p:nvPr>
        </p:nvSpPr>
        <p:spPr>
          <a:xfrm>
            <a:off x="865625"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2" name="Google Shape;202;p28"/>
          <p:cNvSpPr txBox="1"/>
          <p:nvPr>
            <p:ph idx="2" type="subTitle"/>
          </p:nvPr>
        </p:nvSpPr>
        <p:spPr>
          <a:xfrm>
            <a:off x="865625"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3" name="Google Shape;203;p28"/>
          <p:cNvSpPr txBox="1"/>
          <p:nvPr>
            <p:ph idx="3" type="subTitle"/>
          </p:nvPr>
        </p:nvSpPr>
        <p:spPr>
          <a:xfrm>
            <a:off x="6015775"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4" name="Google Shape;204;p28"/>
          <p:cNvSpPr txBox="1"/>
          <p:nvPr>
            <p:ph idx="4" type="subTitle"/>
          </p:nvPr>
        </p:nvSpPr>
        <p:spPr>
          <a:xfrm>
            <a:off x="6015775"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5" name="Google Shape;205;p28"/>
          <p:cNvSpPr txBox="1"/>
          <p:nvPr>
            <p:ph idx="5" type="subTitle"/>
          </p:nvPr>
        </p:nvSpPr>
        <p:spPr>
          <a:xfrm>
            <a:off x="3440700"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6" name="Google Shape;206;p28"/>
          <p:cNvSpPr txBox="1"/>
          <p:nvPr>
            <p:ph idx="6" type="subTitle"/>
          </p:nvPr>
        </p:nvSpPr>
        <p:spPr>
          <a:xfrm>
            <a:off x="3440700"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7" name="Google Shape;207;p2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28"/>
          <p:cNvGrpSpPr/>
          <p:nvPr/>
        </p:nvGrpSpPr>
        <p:grpSpPr>
          <a:xfrm>
            <a:off x="283800" y="-48"/>
            <a:ext cx="8860200" cy="5009873"/>
            <a:chOff x="283800" y="-48"/>
            <a:chExt cx="8860200" cy="5009873"/>
          </a:xfrm>
        </p:grpSpPr>
        <p:cxnSp>
          <p:nvCxnSpPr>
            <p:cNvPr id="209" name="Google Shape;209;p2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28"/>
            <p:cNvCxnSpPr/>
            <p:nvPr/>
          </p:nvCxnSpPr>
          <p:spPr>
            <a:xfrm rot="10800000">
              <a:off x="283800" y="-48"/>
              <a:ext cx="0" cy="2919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6">
    <p:spTree>
      <p:nvGrpSpPr>
        <p:cNvPr id="211" name="Shape 211"/>
        <p:cNvGrpSpPr/>
        <p:nvPr/>
      </p:nvGrpSpPr>
      <p:grpSpPr>
        <a:xfrm>
          <a:off x="0" y="0"/>
          <a:ext cx="0" cy="0"/>
          <a:chOff x="0" y="0"/>
          <a:chExt cx="0" cy="0"/>
        </a:xfrm>
      </p:grpSpPr>
      <p:sp>
        <p:nvSpPr>
          <p:cNvPr id="212" name="Google Shape;212;p2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13" name="Google Shape;213;p29"/>
          <p:cNvSpPr txBox="1"/>
          <p:nvPr>
            <p:ph idx="1" type="subTitle"/>
          </p:nvPr>
        </p:nvSpPr>
        <p:spPr>
          <a:xfrm>
            <a:off x="1877250" y="1850002"/>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4" name="Google Shape;214;p29"/>
          <p:cNvSpPr txBox="1"/>
          <p:nvPr>
            <p:ph idx="2" type="subTitle"/>
          </p:nvPr>
        </p:nvSpPr>
        <p:spPr>
          <a:xfrm>
            <a:off x="1877250" y="1375200"/>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5" name="Google Shape;215;p29"/>
          <p:cNvSpPr txBox="1"/>
          <p:nvPr>
            <p:ph idx="3" type="subTitle"/>
          </p:nvPr>
        </p:nvSpPr>
        <p:spPr>
          <a:xfrm>
            <a:off x="1877250" y="3515601"/>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6" name="Google Shape;216;p29"/>
          <p:cNvSpPr txBox="1"/>
          <p:nvPr>
            <p:ph idx="4" type="subTitle"/>
          </p:nvPr>
        </p:nvSpPr>
        <p:spPr>
          <a:xfrm>
            <a:off x="1877250" y="3040799"/>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7" name="Google Shape;217;p29"/>
          <p:cNvSpPr txBox="1"/>
          <p:nvPr>
            <p:ph idx="5" type="subTitle"/>
          </p:nvPr>
        </p:nvSpPr>
        <p:spPr>
          <a:xfrm>
            <a:off x="6112075" y="1850002"/>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8" name="Google Shape;218;p29"/>
          <p:cNvSpPr txBox="1"/>
          <p:nvPr>
            <p:ph idx="6" type="subTitle"/>
          </p:nvPr>
        </p:nvSpPr>
        <p:spPr>
          <a:xfrm>
            <a:off x="6112075" y="1375200"/>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9" name="Google Shape;219;p29"/>
          <p:cNvSpPr txBox="1"/>
          <p:nvPr>
            <p:ph idx="7" type="subTitle"/>
          </p:nvPr>
        </p:nvSpPr>
        <p:spPr>
          <a:xfrm>
            <a:off x="6112075" y="3515601"/>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20" name="Google Shape;220;p29"/>
          <p:cNvSpPr txBox="1"/>
          <p:nvPr>
            <p:ph idx="8" type="subTitle"/>
          </p:nvPr>
        </p:nvSpPr>
        <p:spPr>
          <a:xfrm>
            <a:off x="6112075" y="3040799"/>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1" name="Google Shape;221;p29"/>
          <p:cNvSpPr/>
          <p:nvPr/>
        </p:nvSpPr>
        <p:spPr>
          <a:xfrm flipH="1">
            <a:off x="886020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 name="Google Shape;222;p29"/>
          <p:cNvCxnSpPr/>
          <p:nvPr/>
        </p:nvCxnSpPr>
        <p:spPr>
          <a:xfrm rot="10800000">
            <a:off x="9002100" y="-26"/>
            <a:ext cx="0" cy="3958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
    <p:spTree>
      <p:nvGrpSpPr>
        <p:cNvPr id="223" name="Shape 223"/>
        <p:cNvGrpSpPr/>
        <p:nvPr/>
      </p:nvGrpSpPr>
      <p:grpSpPr>
        <a:xfrm>
          <a:off x="0" y="0"/>
          <a:ext cx="0" cy="0"/>
          <a:chOff x="0" y="0"/>
          <a:chExt cx="0" cy="0"/>
        </a:xfrm>
      </p:grpSpPr>
      <p:sp>
        <p:nvSpPr>
          <p:cNvPr id="224" name="Google Shape;224;p30"/>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25" name="Google Shape;225;p30"/>
          <p:cNvSpPr txBox="1"/>
          <p:nvPr>
            <p:ph idx="1" type="subTitle"/>
          </p:nvPr>
        </p:nvSpPr>
        <p:spPr>
          <a:xfrm>
            <a:off x="7132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6" name="Google Shape;226;p30"/>
          <p:cNvSpPr txBox="1"/>
          <p:nvPr>
            <p:ph idx="2" type="subTitle"/>
          </p:nvPr>
        </p:nvSpPr>
        <p:spPr>
          <a:xfrm>
            <a:off x="7132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7" name="Google Shape;227;p30"/>
          <p:cNvSpPr txBox="1"/>
          <p:nvPr>
            <p:ph idx="3" type="subTitle"/>
          </p:nvPr>
        </p:nvSpPr>
        <p:spPr>
          <a:xfrm>
            <a:off x="60304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8" name="Google Shape;228;p30"/>
          <p:cNvSpPr txBox="1"/>
          <p:nvPr>
            <p:ph idx="4" type="subTitle"/>
          </p:nvPr>
        </p:nvSpPr>
        <p:spPr>
          <a:xfrm>
            <a:off x="60304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9" name="Google Shape;229;p30"/>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0" name="Google Shape;230;p30"/>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1" name="Google Shape;231;p30"/>
          <p:cNvSpPr txBox="1"/>
          <p:nvPr>
            <p:ph idx="7" type="subTitle"/>
          </p:nvPr>
        </p:nvSpPr>
        <p:spPr>
          <a:xfrm>
            <a:off x="2042531"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2" name="Google Shape;232;p30"/>
          <p:cNvSpPr txBox="1"/>
          <p:nvPr>
            <p:ph idx="8" type="subTitle"/>
          </p:nvPr>
        </p:nvSpPr>
        <p:spPr>
          <a:xfrm>
            <a:off x="2042531"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3" name="Google Shape;233;p30"/>
          <p:cNvSpPr txBox="1"/>
          <p:nvPr>
            <p:ph idx="9" type="subTitle"/>
          </p:nvPr>
        </p:nvSpPr>
        <p:spPr>
          <a:xfrm>
            <a:off x="4701169"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30"/>
          <p:cNvSpPr txBox="1"/>
          <p:nvPr>
            <p:ph idx="13" type="subTitle"/>
          </p:nvPr>
        </p:nvSpPr>
        <p:spPr>
          <a:xfrm>
            <a:off x="4701169"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5" name="Google Shape;235;p30"/>
          <p:cNvSpPr/>
          <p:nvPr/>
        </p:nvSpPr>
        <p:spPr>
          <a:xfrm>
            <a:off x="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30"/>
          <p:cNvGrpSpPr/>
          <p:nvPr/>
        </p:nvGrpSpPr>
        <p:grpSpPr>
          <a:xfrm flipH="1">
            <a:off x="283800" y="-4100"/>
            <a:ext cx="8576400" cy="5147625"/>
            <a:chOff x="283800" y="-4100"/>
            <a:chExt cx="8576400" cy="5147625"/>
          </a:xfrm>
        </p:grpSpPr>
        <p:cxnSp>
          <p:nvCxnSpPr>
            <p:cNvPr id="237" name="Google Shape;237;p30"/>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30"/>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39" name="Shape 239"/>
        <p:cNvGrpSpPr/>
        <p:nvPr/>
      </p:nvGrpSpPr>
      <p:grpSpPr>
        <a:xfrm>
          <a:off x="0" y="0"/>
          <a:ext cx="0" cy="0"/>
          <a:chOff x="0" y="0"/>
          <a:chExt cx="0" cy="0"/>
        </a:xfrm>
      </p:grpSpPr>
      <p:sp>
        <p:nvSpPr>
          <p:cNvPr id="240" name="Google Shape;240;p3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41" name="Google Shape;241;p31"/>
          <p:cNvSpPr txBox="1"/>
          <p:nvPr>
            <p:ph idx="1" type="subTitle"/>
          </p:nvPr>
        </p:nvSpPr>
        <p:spPr>
          <a:xfrm>
            <a:off x="713244"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2" name="Google Shape;242;p31"/>
          <p:cNvSpPr txBox="1"/>
          <p:nvPr>
            <p:ph idx="2" type="subTitle"/>
          </p:nvPr>
        </p:nvSpPr>
        <p:spPr>
          <a:xfrm>
            <a:off x="713244"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3" name="Google Shape;243;p31"/>
          <p:cNvSpPr txBox="1"/>
          <p:nvPr>
            <p:ph idx="3" type="subTitle"/>
          </p:nvPr>
        </p:nvSpPr>
        <p:spPr>
          <a:xfrm>
            <a:off x="6030456"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4" name="Google Shape;244;p31"/>
          <p:cNvSpPr txBox="1"/>
          <p:nvPr>
            <p:ph idx="4" type="subTitle"/>
          </p:nvPr>
        </p:nvSpPr>
        <p:spPr>
          <a:xfrm>
            <a:off x="6030456"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5" name="Google Shape;245;p31"/>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6" name="Google Shape;246;p31"/>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7" name="Google Shape;247;p31"/>
          <p:cNvSpPr txBox="1"/>
          <p:nvPr>
            <p:ph idx="7" type="subTitle"/>
          </p:nvPr>
        </p:nvSpPr>
        <p:spPr>
          <a:xfrm>
            <a:off x="713244"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8" name="Google Shape;248;p31"/>
          <p:cNvSpPr txBox="1"/>
          <p:nvPr>
            <p:ph idx="8" type="subTitle"/>
          </p:nvPr>
        </p:nvSpPr>
        <p:spPr>
          <a:xfrm>
            <a:off x="713244"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9" name="Google Shape;249;p31"/>
          <p:cNvSpPr txBox="1"/>
          <p:nvPr>
            <p:ph idx="9" type="subTitle"/>
          </p:nvPr>
        </p:nvSpPr>
        <p:spPr>
          <a:xfrm>
            <a:off x="3371850"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0" name="Google Shape;250;p31"/>
          <p:cNvSpPr txBox="1"/>
          <p:nvPr>
            <p:ph idx="13" type="subTitle"/>
          </p:nvPr>
        </p:nvSpPr>
        <p:spPr>
          <a:xfrm>
            <a:off x="3371850"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1" name="Google Shape;251;p31"/>
          <p:cNvSpPr txBox="1"/>
          <p:nvPr>
            <p:ph idx="14" type="subTitle"/>
          </p:nvPr>
        </p:nvSpPr>
        <p:spPr>
          <a:xfrm>
            <a:off x="6030456"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2" name="Google Shape;252;p31"/>
          <p:cNvSpPr txBox="1"/>
          <p:nvPr>
            <p:ph idx="15" type="subTitle"/>
          </p:nvPr>
        </p:nvSpPr>
        <p:spPr>
          <a:xfrm>
            <a:off x="6030456"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3" name="Google Shape;253;p31"/>
          <p:cNvSpPr/>
          <p:nvPr/>
        </p:nvSpPr>
        <p:spPr>
          <a:xfrm flipH="1" rot="10800000">
            <a:off x="25"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 name="Google Shape;254;p31"/>
          <p:cNvGrpSpPr/>
          <p:nvPr/>
        </p:nvGrpSpPr>
        <p:grpSpPr>
          <a:xfrm flipH="1" rot="10800000">
            <a:off x="141925" y="267450"/>
            <a:ext cx="9001950" cy="4876050"/>
            <a:chOff x="141900" y="-26"/>
            <a:chExt cx="9001950" cy="4876050"/>
          </a:xfrm>
        </p:grpSpPr>
        <p:cxnSp>
          <p:nvCxnSpPr>
            <p:cNvPr id="255" name="Google Shape;255;p31"/>
            <p:cNvCxnSpPr/>
            <p:nvPr/>
          </p:nvCxnSpPr>
          <p:spPr>
            <a:xfrm>
              <a:off x="7907850" y="4876024"/>
              <a:ext cx="1236000" cy="0"/>
            </a:xfrm>
            <a:prstGeom prst="straightConnector1">
              <a:avLst/>
            </a:prstGeom>
            <a:noFill/>
            <a:ln cap="flat" cmpd="sng" w="9525">
              <a:solidFill>
                <a:schemeClr val="dk1"/>
              </a:solidFill>
              <a:prstDash val="solid"/>
              <a:round/>
              <a:headEnd len="med" w="med" type="none"/>
              <a:tailEnd len="med" w="med" type="none"/>
            </a:ln>
          </p:spPr>
        </p:cxnSp>
        <p:cxnSp>
          <p:nvCxnSpPr>
            <p:cNvPr id="256" name="Google Shape;256;p31"/>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257" name="Shape 257"/>
        <p:cNvGrpSpPr/>
        <p:nvPr/>
      </p:nvGrpSpPr>
      <p:grpSpPr>
        <a:xfrm>
          <a:off x="0" y="0"/>
          <a:ext cx="0" cy="0"/>
          <a:chOff x="0" y="0"/>
          <a:chExt cx="0" cy="0"/>
        </a:xfrm>
      </p:grpSpPr>
      <p:sp>
        <p:nvSpPr>
          <p:cNvPr id="258" name="Google Shape;258;p32"/>
          <p:cNvSpPr txBox="1"/>
          <p:nvPr>
            <p:ph type="title"/>
          </p:nvPr>
        </p:nvSpPr>
        <p:spPr>
          <a:xfrm>
            <a:off x="2654700" y="530250"/>
            <a:ext cx="3834600" cy="1108200"/>
          </a:xfrm>
          <a:prstGeom prst="rect">
            <a:avLst/>
          </a:prstGeom>
        </p:spPr>
        <p:txBody>
          <a:bodyPr anchorCtr="0" anchor="t" bIns="91425" lIns="91425" spcFirstLastPara="1" rIns="91425" wrap="square" tIns="91425">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259" name="Google Shape;259;p32"/>
          <p:cNvSpPr txBox="1"/>
          <p:nvPr>
            <p:ph idx="1" type="subTitle"/>
          </p:nvPr>
        </p:nvSpPr>
        <p:spPr>
          <a:xfrm>
            <a:off x="2654700" y="2342156"/>
            <a:ext cx="3834600" cy="972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50"/>
              <a:buNone/>
              <a:defRPr b="1" sz="1550"/>
            </a:lvl1pPr>
            <a:lvl2pPr lvl="1" rtl="0" algn="ctr">
              <a:lnSpc>
                <a:spcPct val="115000"/>
              </a:lnSpc>
              <a:spcBef>
                <a:spcPts val="0"/>
              </a:spcBef>
              <a:spcAft>
                <a:spcPts val="0"/>
              </a:spcAft>
              <a:buSzPts val="1650"/>
              <a:buNone/>
              <a:defRPr b="1" sz="1650"/>
            </a:lvl2pPr>
            <a:lvl3pPr lvl="2" rtl="0" algn="ctr">
              <a:lnSpc>
                <a:spcPct val="115000"/>
              </a:lnSpc>
              <a:spcBef>
                <a:spcPts val="0"/>
              </a:spcBef>
              <a:spcAft>
                <a:spcPts val="0"/>
              </a:spcAft>
              <a:buSzPts val="1650"/>
              <a:buNone/>
              <a:defRPr b="1" sz="1650"/>
            </a:lvl3pPr>
            <a:lvl4pPr lvl="3" rtl="0" algn="ctr">
              <a:lnSpc>
                <a:spcPct val="115000"/>
              </a:lnSpc>
              <a:spcBef>
                <a:spcPts val="0"/>
              </a:spcBef>
              <a:spcAft>
                <a:spcPts val="0"/>
              </a:spcAft>
              <a:buSzPts val="1650"/>
              <a:buNone/>
              <a:defRPr b="1" sz="1650"/>
            </a:lvl4pPr>
            <a:lvl5pPr lvl="4" rtl="0" algn="ctr">
              <a:lnSpc>
                <a:spcPct val="115000"/>
              </a:lnSpc>
              <a:spcBef>
                <a:spcPts val="0"/>
              </a:spcBef>
              <a:spcAft>
                <a:spcPts val="0"/>
              </a:spcAft>
              <a:buSzPts val="1650"/>
              <a:buNone/>
              <a:defRPr b="1" sz="1650"/>
            </a:lvl5pPr>
            <a:lvl6pPr lvl="5" rtl="0" algn="ctr">
              <a:lnSpc>
                <a:spcPct val="115000"/>
              </a:lnSpc>
              <a:spcBef>
                <a:spcPts val="0"/>
              </a:spcBef>
              <a:spcAft>
                <a:spcPts val="0"/>
              </a:spcAft>
              <a:buSzPts val="1650"/>
              <a:buNone/>
              <a:defRPr b="1" sz="1650"/>
            </a:lvl6pPr>
            <a:lvl7pPr lvl="6" rtl="0" algn="ctr">
              <a:lnSpc>
                <a:spcPct val="115000"/>
              </a:lnSpc>
              <a:spcBef>
                <a:spcPts val="0"/>
              </a:spcBef>
              <a:spcAft>
                <a:spcPts val="0"/>
              </a:spcAft>
              <a:buSzPts val="1650"/>
              <a:buNone/>
              <a:defRPr b="1" sz="1650"/>
            </a:lvl7pPr>
            <a:lvl8pPr lvl="7" rtl="0" algn="ctr">
              <a:lnSpc>
                <a:spcPct val="115000"/>
              </a:lnSpc>
              <a:spcBef>
                <a:spcPts val="0"/>
              </a:spcBef>
              <a:spcAft>
                <a:spcPts val="0"/>
              </a:spcAft>
              <a:buSzPts val="1650"/>
              <a:buNone/>
              <a:defRPr b="1" sz="1650"/>
            </a:lvl8pPr>
            <a:lvl9pPr lvl="8" rtl="0" algn="ctr">
              <a:lnSpc>
                <a:spcPct val="115000"/>
              </a:lnSpc>
              <a:spcBef>
                <a:spcPts val="0"/>
              </a:spcBef>
              <a:spcAft>
                <a:spcPts val="0"/>
              </a:spcAft>
              <a:buSzPts val="1650"/>
              <a:buNone/>
              <a:defRPr b="1" sz="1650"/>
            </a:lvl9pPr>
          </a:lstStyle>
          <a:p/>
        </p:txBody>
      </p:sp>
      <p:sp>
        <p:nvSpPr>
          <p:cNvPr id="260" name="Google Shape;260;p32"/>
          <p:cNvSpPr txBox="1"/>
          <p:nvPr>
            <p:ph idx="2" type="subTitle"/>
          </p:nvPr>
        </p:nvSpPr>
        <p:spPr>
          <a:xfrm>
            <a:off x="2654700" y="4111851"/>
            <a:ext cx="3834600" cy="338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300"/>
              <a:buNone/>
              <a:defRPr sz="1000"/>
            </a:lvl1pPr>
            <a:lvl2pPr lvl="1" rtl="0" algn="ctr">
              <a:lnSpc>
                <a:spcPct val="115000"/>
              </a:lnSpc>
              <a:spcBef>
                <a:spcPts val="0"/>
              </a:spcBef>
              <a:spcAft>
                <a:spcPts val="0"/>
              </a:spcAft>
              <a:buSzPts val="1300"/>
              <a:buNone/>
              <a:defRPr b="1" sz="1300"/>
            </a:lvl2pPr>
            <a:lvl3pPr lvl="2" rtl="0" algn="ctr">
              <a:lnSpc>
                <a:spcPct val="115000"/>
              </a:lnSpc>
              <a:spcBef>
                <a:spcPts val="0"/>
              </a:spcBef>
              <a:spcAft>
                <a:spcPts val="0"/>
              </a:spcAft>
              <a:buSzPts val="1300"/>
              <a:buNone/>
              <a:defRPr b="1" sz="1300"/>
            </a:lvl3pPr>
            <a:lvl4pPr lvl="3" rtl="0" algn="ctr">
              <a:lnSpc>
                <a:spcPct val="115000"/>
              </a:lnSpc>
              <a:spcBef>
                <a:spcPts val="0"/>
              </a:spcBef>
              <a:spcAft>
                <a:spcPts val="0"/>
              </a:spcAft>
              <a:buSzPts val="1300"/>
              <a:buNone/>
              <a:defRPr b="1" sz="1300"/>
            </a:lvl4pPr>
            <a:lvl5pPr lvl="4" rtl="0" algn="ctr">
              <a:lnSpc>
                <a:spcPct val="115000"/>
              </a:lnSpc>
              <a:spcBef>
                <a:spcPts val="0"/>
              </a:spcBef>
              <a:spcAft>
                <a:spcPts val="0"/>
              </a:spcAft>
              <a:buSzPts val="1300"/>
              <a:buNone/>
              <a:defRPr b="1" sz="1300"/>
            </a:lvl5pPr>
            <a:lvl6pPr lvl="5" rtl="0" algn="ctr">
              <a:lnSpc>
                <a:spcPct val="115000"/>
              </a:lnSpc>
              <a:spcBef>
                <a:spcPts val="0"/>
              </a:spcBef>
              <a:spcAft>
                <a:spcPts val="0"/>
              </a:spcAft>
              <a:buSzPts val="1300"/>
              <a:buNone/>
              <a:defRPr b="1" sz="1300"/>
            </a:lvl6pPr>
            <a:lvl7pPr lvl="6" rtl="0" algn="ctr">
              <a:lnSpc>
                <a:spcPct val="115000"/>
              </a:lnSpc>
              <a:spcBef>
                <a:spcPts val="0"/>
              </a:spcBef>
              <a:spcAft>
                <a:spcPts val="0"/>
              </a:spcAft>
              <a:buSzPts val="1300"/>
              <a:buNone/>
              <a:defRPr b="1" sz="1300"/>
            </a:lvl7pPr>
            <a:lvl8pPr lvl="7" rtl="0" algn="ctr">
              <a:lnSpc>
                <a:spcPct val="115000"/>
              </a:lnSpc>
              <a:spcBef>
                <a:spcPts val="0"/>
              </a:spcBef>
              <a:spcAft>
                <a:spcPts val="0"/>
              </a:spcAft>
              <a:buSzPts val="1300"/>
              <a:buNone/>
              <a:defRPr b="1" sz="1300"/>
            </a:lvl8pPr>
            <a:lvl9pPr lvl="8" rtl="0" algn="ctr">
              <a:lnSpc>
                <a:spcPct val="115000"/>
              </a:lnSpc>
              <a:spcBef>
                <a:spcPts val="0"/>
              </a:spcBef>
              <a:spcAft>
                <a:spcPts val="0"/>
              </a:spcAft>
              <a:buSzPts val="1300"/>
              <a:buNone/>
              <a:defRPr b="1" sz="1300"/>
            </a:lvl9pPr>
          </a:lstStyle>
          <a:p/>
        </p:txBody>
      </p:sp>
      <p:grpSp>
        <p:nvGrpSpPr>
          <p:cNvPr id="261" name="Google Shape;261;p32"/>
          <p:cNvGrpSpPr/>
          <p:nvPr/>
        </p:nvGrpSpPr>
        <p:grpSpPr>
          <a:xfrm>
            <a:off x="713688" y="2579400"/>
            <a:ext cx="8430488" cy="2564100"/>
            <a:chOff x="713688" y="2579400"/>
            <a:chExt cx="8430488" cy="2564100"/>
          </a:xfrm>
        </p:grpSpPr>
        <p:cxnSp>
          <p:nvCxnSpPr>
            <p:cNvPr id="262" name="Google Shape;262;p32"/>
            <p:cNvCxnSpPr/>
            <p:nvPr/>
          </p:nvCxnSpPr>
          <p:spPr>
            <a:xfrm>
              <a:off x="2839075" y="4876025"/>
              <a:ext cx="6305100" cy="0"/>
            </a:xfrm>
            <a:prstGeom prst="straightConnector1">
              <a:avLst/>
            </a:prstGeom>
            <a:noFill/>
            <a:ln cap="flat" cmpd="sng" w="9525">
              <a:solidFill>
                <a:schemeClr val="dk1"/>
              </a:solidFill>
              <a:prstDash val="solid"/>
              <a:round/>
              <a:headEnd len="med" w="med" type="none"/>
              <a:tailEnd len="med" w="med" type="none"/>
            </a:ln>
          </p:spPr>
        </p:cxnSp>
        <p:cxnSp>
          <p:nvCxnSpPr>
            <p:cNvPr id="263" name="Google Shape;263;p32"/>
            <p:cNvCxnSpPr/>
            <p:nvPr/>
          </p:nvCxnSpPr>
          <p:spPr>
            <a:xfrm rot="10800000">
              <a:off x="713688" y="2579400"/>
              <a:ext cx="0" cy="2564100"/>
            </a:xfrm>
            <a:prstGeom prst="straightConnector1">
              <a:avLst/>
            </a:prstGeom>
            <a:noFill/>
            <a:ln cap="flat" cmpd="sng" w="9525">
              <a:solidFill>
                <a:schemeClr val="dk1"/>
              </a:solidFill>
              <a:prstDash val="solid"/>
              <a:round/>
              <a:headEnd len="med" w="med" type="none"/>
              <a:tailEnd len="med" w="med" type="none"/>
            </a:ln>
          </p:spPr>
        </p:cxnSp>
      </p:grpSp>
      <p:sp>
        <p:nvSpPr>
          <p:cNvPr id="264" name="Google Shape;264;p32"/>
          <p:cNvSpPr txBox="1"/>
          <p:nvPr/>
        </p:nvSpPr>
        <p:spPr>
          <a:xfrm>
            <a:off x="2654700" y="3304597"/>
            <a:ext cx="3834600" cy="79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b="1" lang="en" sz="1200" u="sng">
                <a:solidFill>
                  <a:schemeClr val="dk1"/>
                </a:solidFill>
                <a:latin typeface="Commissioner"/>
                <a:ea typeface="Commissioner"/>
                <a:cs typeface="Commissioner"/>
                <a:sym typeface="Commissioner"/>
                <a:hlinkClick r:id="rId2">
                  <a:extLst>
                    <a:ext uri="{A12FA001-AC4F-418D-AE19-62706E023703}">
                      <ahyp:hlinkClr val="tx"/>
                    </a:ext>
                  </a:extLst>
                </a:hlinkClick>
              </a:rPr>
              <a:t>Slidesgo</a:t>
            </a:r>
            <a:r>
              <a:rPr lang="en" sz="1200">
                <a:solidFill>
                  <a:schemeClr val="dk1"/>
                </a:solidFill>
                <a:latin typeface="Commissioner"/>
                <a:ea typeface="Commissioner"/>
                <a:cs typeface="Commissioner"/>
                <a:sym typeface="Commissioner"/>
              </a:rPr>
              <a:t>, and includes icons, infographics &amp; images by </a:t>
            </a:r>
            <a:r>
              <a:rPr b="1" lang="en" sz="1200" u="sng">
                <a:solidFill>
                  <a:schemeClr val="dk1"/>
                </a:solidFill>
                <a:latin typeface="Commissioner"/>
                <a:ea typeface="Commissioner"/>
                <a:cs typeface="Commissioner"/>
                <a:sym typeface="Commissioner"/>
                <a:hlinkClick r:id="rId3">
                  <a:extLst>
                    <a:ext uri="{A12FA001-AC4F-418D-AE19-62706E023703}">
                      <ahyp:hlinkClr val="tx"/>
                    </a:ext>
                  </a:extLst>
                </a:hlinkClick>
              </a:rPr>
              <a:t>Freepi</a:t>
            </a:r>
            <a:r>
              <a:rPr b="1" lang="en" sz="1200" u="sng">
                <a:solidFill>
                  <a:schemeClr val="dk1"/>
                </a:solidFill>
                <a:latin typeface="Commissioner"/>
                <a:ea typeface="Commissioner"/>
                <a:cs typeface="Commissioner"/>
                <a:sym typeface="Commissioner"/>
                <a:hlinkClick r:id="rId4">
                  <a:extLst>
                    <a:ext uri="{A12FA001-AC4F-418D-AE19-62706E023703}">
                      <ahyp:hlinkClr val="tx"/>
                    </a:ext>
                  </a:extLst>
                </a:hlinkClick>
              </a:rPr>
              <a:t>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cxnSp>
        <p:nvCxnSpPr>
          <p:cNvPr id="266" name="Google Shape;266;p3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
        <p:nvSpPr>
          <p:cNvPr id="267" name="Google Shape;267;p3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3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33"/>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spTree>
      <p:nvGrpSpPr>
        <p:cNvPr id="270" name="Shape 270"/>
        <p:cNvGrpSpPr/>
        <p:nvPr/>
      </p:nvGrpSpPr>
      <p:grpSpPr>
        <a:xfrm>
          <a:off x="0" y="0"/>
          <a:ext cx="0" cy="0"/>
          <a:chOff x="0" y="0"/>
          <a:chExt cx="0" cy="0"/>
        </a:xfrm>
      </p:grpSpPr>
      <p:sp>
        <p:nvSpPr>
          <p:cNvPr id="271" name="Google Shape;271;p34"/>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4"/>
          <p:cNvGrpSpPr/>
          <p:nvPr/>
        </p:nvGrpSpPr>
        <p:grpSpPr>
          <a:xfrm rot="10800000">
            <a:off x="0" y="363100"/>
            <a:ext cx="8860200" cy="4780400"/>
            <a:chOff x="283800" y="0"/>
            <a:chExt cx="8860200" cy="4780400"/>
          </a:xfrm>
        </p:grpSpPr>
        <p:cxnSp>
          <p:nvCxnSpPr>
            <p:cNvPr id="273" name="Google Shape;273;p34"/>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34"/>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p:cSld name="SECTION_HEADER_1">
    <p:spTree>
      <p:nvGrpSpPr>
        <p:cNvPr id="275" name="Shape 275"/>
        <p:cNvGrpSpPr/>
        <p:nvPr/>
      </p:nvGrpSpPr>
      <p:grpSpPr>
        <a:xfrm>
          <a:off x="0" y="0"/>
          <a:ext cx="0" cy="0"/>
          <a:chOff x="0" y="0"/>
          <a:chExt cx="0" cy="0"/>
        </a:xfrm>
      </p:grpSpPr>
      <p:sp>
        <p:nvSpPr>
          <p:cNvPr id="276" name="Google Shape;276;p35"/>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p:txBody>
      </p:sp>
      <p:sp>
        <p:nvSpPr>
          <p:cNvPr id="277" name="Google Shape;277;p35"/>
          <p:cNvSpPr txBox="1"/>
          <p:nvPr>
            <p:ph hasCustomPrompt="1" idx="2" type="title"/>
          </p:nvPr>
        </p:nvSpPr>
        <p:spPr>
          <a:xfrm>
            <a:off x="1512075" y="1012500"/>
            <a:ext cx="1076100" cy="870000"/>
          </a:xfrm>
          <a:prstGeom prst="rect">
            <a:avLst/>
          </a:prstGeom>
          <a:noFill/>
        </p:spPr>
        <p:txBody>
          <a:bodyPr anchorCtr="0" anchor="ctr" bIns="91425" lIns="91425" spcFirstLastPara="1" rIns="91425" wrap="square" tIns="91425">
            <a:noAutofit/>
          </a:bodyPr>
          <a:lstStyle>
            <a:lvl1pPr lvl="0" algn="l">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278" name="Google Shape;278;p35"/>
          <p:cNvSpPr txBox="1"/>
          <p:nvPr>
            <p:ph idx="1" type="subTitle"/>
          </p:nvPr>
        </p:nvSpPr>
        <p:spPr>
          <a:xfrm>
            <a:off x="1512075" y="3573275"/>
            <a:ext cx="4944900" cy="697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p:txBody>
      </p:sp>
      <p:sp>
        <p:nvSpPr>
          <p:cNvPr id="279" name="Google Shape;279;p35"/>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0" name="Google Shape;280;p35"/>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70650"/>
            <a:ext cx="7717500" cy="5499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p:txBody>
      </p:sp>
      <p:sp>
        <p:nvSpPr>
          <p:cNvPr id="7" name="Google Shape;7;p1"/>
          <p:cNvSpPr txBox="1"/>
          <p:nvPr>
            <p:ph idx="1" type="body"/>
          </p:nvPr>
        </p:nvSpPr>
        <p:spPr>
          <a:xfrm>
            <a:off x="713225" y="1297400"/>
            <a:ext cx="7717500" cy="32715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indent="-317500" lvl="1" marL="914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indent="-317500" lvl="2" marL="1371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indent="-317500" lvl="3" marL="18288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indent="-317500" lvl="4" marL="22860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indent="-317500" lvl="5" marL="27432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indent="-317500" lvl="6" marL="3200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indent="-317500" lvl="7" marL="3657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indent="-317500" lvl="8" marL="41148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ctrTitle"/>
          </p:nvPr>
        </p:nvSpPr>
        <p:spPr>
          <a:xfrm>
            <a:off x="713225" y="1014550"/>
            <a:ext cx="7071300" cy="221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Physics-Informed Source Localization via RL-driven Adaptive Sampling PINNs</a:t>
            </a:r>
            <a:endParaRPr/>
          </a:p>
        </p:txBody>
      </p:sp>
      <p:sp>
        <p:nvSpPr>
          <p:cNvPr id="286" name="Google Shape;286;p36"/>
          <p:cNvSpPr txBox="1"/>
          <p:nvPr>
            <p:ph idx="1" type="subTitle"/>
          </p:nvPr>
        </p:nvSpPr>
        <p:spPr>
          <a:xfrm>
            <a:off x="713225" y="3234250"/>
            <a:ext cx="5602200" cy="7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 Zheng, Yash Kothari, Kevin Pan, Fillip Cutiuba</a:t>
            </a:r>
            <a:endParaRPr/>
          </a:p>
        </p:txBody>
      </p:sp>
      <p:pic>
        <p:nvPicPr>
          <p:cNvPr id="287" name="Google Shape;287;p36"/>
          <p:cNvPicPr preferRelativeResize="0"/>
          <p:nvPr/>
        </p:nvPicPr>
        <p:blipFill rotWithShape="1">
          <a:blip r:embed="rId3">
            <a:alphaModFix/>
          </a:blip>
          <a:srcRect b="0" l="0" r="0" t="0"/>
          <a:stretch/>
        </p:blipFill>
        <p:spPr>
          <a:xfrm>
            <a:off x="5696100" y="3079195"/>
            <a:ext cx="2361000" cy="1908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p:nvPr/>
        </p:nvSpPr>
        <p:spPr>
          <a:xfrm>
            <a:off x="5045480" y="1451000"/>
            <a:ext cx="852900" cy="369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7"/>
          <p:cNvSpPr/>
          <p:nvPr/>
        </p:nvSpPr>
        <p:spPr>
          <a:xfrm>
            <a:off x="1005300" y="1451000"/>
            <a:ext cx="852900" cy="369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100"/>
              <a:t>Table of contents</a:t>
            </a:r>
            <a:endParaRPr sz="3100"/>
          </a:p>
        </p:txBody>
      </p:sp>
      <p:sp>
        <p:nvSpPr>
          <p:cNvPr id="295" name="Google Shape;295;p37"/>
          <p:cNvSpPr txBox="1"/>
          <p:nvPr>
            <p:ph idx="2" type="subTitle"/>
          </p:nvPr>
        </p:nvSpPr>
        <p:spPr>
          <a:xfrm>
            <a:off x="1936100" y="1554325"/>
            <a:ext cx="22887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Background &amp; Motivation </a:t>
            </a:r>
            <a:endParaRPr/>
          </a:p>
        </p:txBody>
      </p:sp>
      <p:sp>
        <p:nvSpPr>
          <p:cNvPr id="296" name="Google Shape;296;p37"/>
          <p:cNvSpPr txBox="1"/>
          <p:nvPr>
            <p:ph idx="3" type="title"/>
          </p:nvPr>
        </p:nvSpPr>
        <p:spPr>
          <a:xfrm>
            <a:off x="993600" y="1483400"/>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97" name="Google Shape;297;p37"/>
          <p:cNvSpPr txBox="1"/>
          <p:nvPr>
            <p:ph idx="5" type="subTitle"/>
          </p:nvPr>
        </p:nvSpPr>
        <p:spPr>
          <a:xfrm>
            <a:off x="1936100" y="3525750"/>
            <a:ext cx="22887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PINNs </a:t>
            </a:r>
            <a:endParaRPr/>
          </a:p>
        </p:txBody>
      </p:sp>
      <p:sp>
        <p:nvSpPr>
          <p:cNvPr id="298" name="Google Shape;298;p37"/>
          <p:cNvSpPr txBox="1"/>
          <p:nvPr>
            <p:ph idx="6" type="title"/>
          </p:nvPr>
        </p:nvSpPr>
        <p:spPr>
          <a:xfrm>
            <a:off x="993600" y="3179712"/>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99" name="Google Shape;299;p37"/>
          <p:cNvSpPr txBox="1"/>
          <p:nvPr>
            <p:ph idx="8" type="subTitle"/>
          </p:nvPr>
        </p:nvSpPr>
        <p:spPr>
          <a:xfrm>
            <a:off x="5969570" y="1554325"/>
            <a:ext cx="22887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Dataset &amp; Problem Setup</a:t>
            </a:r>
            <a:endParaRPr/>
          </a:p>
        </p:txBody>
      </p:sp>
      <p:sp>
        <p:nvSpPr>
          <p:cNvPr id="300" name="Google Shape;300;p37"/>
          <p:cNvSpPr txBox="1"/>
          <p:nvPr>
            <p:ph idx="9" type="title"/>
          </p:nvPr>
        </p:nvSpPr>
        <p:spPr>
          <a:xfrm>
            <a:off x="5033780" y="1483400"/>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01" name="Google Shape;301;p37"/>
          <p:cNvSpPr txBox="1"/>
          <p:nvPr>
            <p:ph idx="14" type="subTitle"/>
          </p:nvPr>
        </p:nvSpPr>
        <p:spPr>
          <a:xfrm>
            <a:off x="5969570" y="3282925"/>
            <a:ext cx="22887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RL + Adaptive Sampling</a:t>
            </a:r>
            <a:endParaRPr/>
          </a:p>
        </p:txBody>
      </p:sp>
      <p:sp>
        <p:nvSpPr>
          <p:cNvPr id="302" name="Google Shape;302;p37"/>
          <p:cNvSpPr txBox="1"/>
          <p:nvPr>
            <p:ph idx="15" type="title"/>
          </p:nvPr>
        </p:nvSpPr>
        <p:spPr>
          <a:xfrm>
            <a:off x="5033780" y="3179712"/>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grpSp>
        <p:nvGrpSpPr>
          <p:cNvPr id="307" name="Google Shape;307;p38"/>
          <p:cNvGrpSpPr/>
          <p:nvPr/>
        </p:nvGrpSpPr>
        <p:grpSpPr>
          <a:xfrm>
            <a:off x="0" y="0"/>
            <a:ext cx="2473800" cy="4131000"/>
            <a:chOff x="0" y="0"/>
            <a:chExt cx="2473800" cy="4131000"/>
          </a:xfrm>
        </p:grpSpPr>
        <p:sp>
          <p:nvSpPr>
            <p:cNvPr id="308" name="Google Shape;308;p38"/>
            <p:cNvSpPr/>
            <p:nvPr/>
          </p:nvSpPr>
          <p:spPr>
            <a:xfrm>
              <a:off x="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38"/>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310" name="Google Shape;310;p38"/>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 &amp; Motivation</a:t>
            </a:r>
            <a:endParaRPr/>
          </a:p>
        </p:txBody>
      </p:sp>
      <p:sp>
        <p:nvSpPr>
          <p:cNvPr id="311" name="Google Shape;311;p38"/>
          <p:cNvSpPr txBox="1"/>
          <p:nvPr>
            <p:ph idx="2" type="title"/>
          </p:nvPr>
        </p:nvSpPr>
        <p:spPr>
          <a:xfrm>
            <a:off x="1512075" y="1012500"/>
            <a:ext cx="1076100" cy="87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9"/>
          <p:cNvSpPr txBox="1"/>
          <p:nvPr>
            <p:ph type="title"/>
          </p:nvPr>
        </p:nvSpPr>
        <p:spPr>
          <a:xfrm>
            <a:off x="713250" y="255925"/>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sp>
        <p:nvSpPr>
          <p:cNvPr id="317" name="Google Shape;317;p39"/>
          <p:cNvSpPr txBox="1"/>
          <p:nvPr>
            <p:ph idx="1" type="subTitle"/>
          </p:nvPr>
        </p:nvSpPr>
        <p:spPr>
          <a:xfrm>
            <a:off x="235200" y="948975"/>
            <a:ext cx="4775400" cy="30441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Significant rise in induced earthquakes across U.S. since 2009</a:t>
            </a:r>
            <a:endParaRPr sz="1500"/>
          </a:p>
          <a:p>
            <a:pPr indent="-323850" lvl="0" marL="457200" rtl="0" algn="l">
              <a:lnSpc>
                <a:spcPct val="115000"/>
              </a:lnSpc>
              <a:spcBef>
                <a:spcPts val="0"/>
              </a:spcBef>
              <a:spcAft>
                <a:spcPts val="0"/>
              </a:spcAft>
              <a:buSzPts val="1500"/>
              <a:buChar char="●"/>
            </a:pPr>
            <a:r>
              <a:rPr lang="en" sz="1500"/>
              <a:t>Correlates with a rise in fluid injection, fracking, or geothermal operations</a:t>
            </a:r>
            <a:endParaRPr sz="1500"/>
          </a:p>
          <a:p>
            <a:pPr indent="-323850" lvl="0" marL="457200" rtl="0" algn="l">
              <a:lnSpc>
                <a:spcPct val="115000"/>
              </a:lnSpc>
              <a:spcBef>
                <a:spcPts val="0"/>
              </a:spcBef>
              <a:spcAft>
                <a:spcPts val="0"/>
              </a:spcAft>
              <a:buSzPts val="1500"/>
              <a:buChar char="●"/>
            </a:pPr>
            <a:r>
              <a:rPr lang="en" sz="1500"/>
              <a:t>Smaller seismic events (&lt; M4 earthquakes) still pose significant regulatory and operational risks</a:t>
            </a:r>
            <a:endParaRPr sz="1500"/>
          </a:p>
          <a:p>
            <a:pPr indent="-323850" lvl="0" marL="457200" rtl="0" algn="l">
              <a:lnSpc>
                <a:spcPct val="115000"/>
              </a:lnSpc>
              <a:spcBef>
                <a:spcPts val="0"/>
              </a:spcBef>
              <a:spcAft>
                <a:spcPts val="0"/>
              </a:spcAft>
              <a:buSzPts val="1500"/>
              <a:buChar char="●"/>
            </a:pPr>
            <a:r>
              <a:rPr lang="en" sz="1500"/>
              <a:t>Determining source location of microseismic activity is critical for safety</a:t>
            </a:r>
            <a:endParaRPr sz="1500"/>
          </a:p>
          <a:p>
            <a:pPr indent="-323850" lvl="1" marL="914400" rtl="0" algn="l">
              <a:lnSpc>
                <a:spcPct val="115000"/>
              </a:lnSpc>
              <a:spcBef>
                <a:spcPts val="0"/>
              </a:spcBef>
              <a:spcAft>
                <a:spcPts val="0"/>
              </a:spcAft>
              <a:buSzPts val="1500"/>
              <a:buChar char="○"/>
            </a:pPr>
            <a:r>
              <a:rPr lang="en" sz="1500"/>
              <a:t>Used to prevent nearby induced activity</a:t>
            </a:r>
            <a:endParaRPr sz="1500"/>
          </a:p>
          <a:p>
            <a:pPr indent="-323850" lvl="1" marL="914400" rtl="0" algn="l">
              <a:lnSpc>
                <a:spcPct val="115000"/>
              </a:lnSpc>
              <a:spcBef>
                <a:spcPts val="0"/>
              </a:spcBef>
              <a:spcAft>
                <a:spcPts val="0"/>
              </a:spcAft>
              <a:buSzPts val="1500"/>
              <a:buChar char="○"/>
            </a:pPr>
            <a:r>
              <a:rPr lang="en" sz="1500"/>
              <a:t>Early detection of stronger seismic activity</a:t>
            </a:r>
            <a:endParaRPr sz="1500"/>
          </a:p>
          <a:p>
            <a:pPr indent="0" lvl="0" marL="914400" rtl="0" algn="l">
              <a:lnSpc>
                <a:spcPct val="115000"/>
              </a:lnSpc>
              <a:spcBef>
                <a:spcPts val="0"/>
              </a:spcBef>
              <a:spcAft>
                <a:spcPts val="0"/>
              </a:spcAft>
              <a:buNone/>
            </a:pPr>
            <a:r>
              <a:t/>
            </a:r>
            <a:endParaRPr sz="1500"/>
          </a:p>
          <a:p>
            <a:pPr indent="-330200" lvl="0" marL="457200" rtl="0" algn="l">
              <a:lnSpc>
                <a:spcPct val="115000"/>
              </a:lnSpc>
              <a:spcBef>
                <a:spcPts val="0"/>
              </a:spcBef>
              <a:spcAft>
                <a:spcPts val="0"/>
              </a:spcAft>
              <a:buSzPts val="1600"/>
              <a:buChar char="●"/>
            </a:pPr>
            <a:r>
              <a:rPr b="1" lang="en" sz="1600"/>
              <a:t>Physics-Informed Neural Networks (PINNs) offer a solution to solving the source localization problem</a:t>
            </a:r>
            <a:endParaRPr b="1" sz="1600"/>
          </a:p>
          <a:p>
            <a:pPr indent="0" lvl="0" marL="0" rtl="0" algn="ctr">
              <a:spcBef>
                <a:spcPts val="0"/>
              </a:spcBef>
              <a:spcAft>
                <a:spcPts val="0"/>
              </a:spcAft>
              <a:buNone/>
            </a:pPr>
            <a:r>
              <a:t/>
            </a:r>
            <a:endParaRPr sz="1500"/>
          </a:p>
          <a:p>
            <a:pPr indent="0" lvl="0" marL="0" rtl="0" algn="ctr">
              <a:spcBef>
                <a:spcPts val="0"/>
              </a:spcBef>
              <a:spcAft>
                <a:spcPts val="0"/>
              </a:spcAft>
              <a:buNone/>
            </a:pPr>
            <a:r>
              <a:t/>
            </a:r>
            <a:endParaRPr sz="1500"/>
          </a:p>
          <a:p>
            <a:pPr indent="0" lvl="0" marL="0" rtl="0" algn="ctr">
              <a:spcBef>
                <a:spcPts val="0"/>
              </a:spcBef>
              <a:spcAft>
                <a:spcPts val="0"/>
              </a:spcAft>
              <a:buNone/>
            </a:pPr>
            <a:r>
              <a:t/>
            </a:r>
            <a:endParaRPr sz="1500"/>
          </a:p>
        </p:txBody>
      </p:sp>
      <p:pic>
        <p:nvPicPr>
          <p:cNvPr id="318" name="Google Shape;318;p39" title="incresing_earthquakes.png"/>
          <p:cNvPicPr preferRelativeResize="0"/>
          <p:nvPr/>
        </p:nvPicPr>
        <p:blipFill rotWithShape="1">
          <a:blip r:embed="rId3">
            <a:alphaModFix/>
          </a:blip>
          <a:srcRect b="0" l="0" r="0" t="0"/>
          <a:stretch/>
        </p:blipFill>
        <p:spPr>
          <a:xfrm>
            <a:off x="5123075" y="1389250"/>
            <a:ext cx="3452100" cy="2675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grpSp>
        <p:nvGrpSpPr>
          <p:cNvPr id="323" name="Google Shape;323;p40"/>
          <p:cNvGrpSpPr/>
          <p:nvPr/>
        </p:nvGrpSpPr>
        <p:grpSpPr>
          <a:xfrm>
            <a:off x="0" y="0"/>
            <a:ext cx="2473800" cy="4131000"/>
            <a:chOff x="0" y="0"/>
            <a:chExt cx="2473800" cy="4131000"/>
          </a:xfrm>
        </p:grpSpPr>
        <p:sp>
          <p:nvSpPr>
            <p:cNvPr id="324" name="Google Shape;324;p40"/>
            <p:cNvSpPr/>
            <p:nvPr/>
          </p:nvSpPr>
          <p:spPr>
            <a:xfrm>
              <a:off x="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5" name="Google Shape;325;p40"/>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326" name="Google Shape;326;p40"/>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&amp;</a:t>
            </a:r>
            <a:endParaRPr/>
          </a:p>
          <a:p>
            <a:pPr indent="0" lvl="0" marL="0" rtl="0" algn="l">
              <a:spcBef>
                <a:spcPts val="0"/>
              </a:spcBef>
              <a:spcAft>
                <a:spcPts val="0"/>
              </a:spcAft>
              <a:buNone/>
            </a:pPr>
            <a:r>
              <a:rPr lang="en"/>
              <a:t>Problem Setup</a:t>
            </a:r>
            <a:endParaRPr/>
          </a:p>
        </p:txBody>
      </p:sp>
      <p:sp>
        <p:nvSpPr>
          <p:cNvPr id="327" name="Google Shape;327;p40"/>
          <p:cNvSpPr txBox="1"/>
          <p:nvPr>
            <p:ph idx="2" type="title"/>
          </p:nvPr>
        </p:nvSpPr>
        <p:spPr>
          <a:xfrm>
            <a:off x="1512075" y="1012500"/>
            <a:ext cx="1076100" cy="87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1"/>
          <p:cNvSpPr txBox="1"/>
          <p:nvPr>
            <p:ph type="title"/>
          </p:nvPr>
        </p:nvSpPr>
        <p:spPr>
          <a:xfrm>
            <a:off x="708464" y="224086"/>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 &amp; Problem Setup</a:t>
            </a:r>
            <a:endParaRPr/>
          </a:p>
        </p:txBody>
      </p:sp>
      <p:sp>
        <p:nvSpPr>
          <p:cNvPr id="333" name="Google Shape;333;p41"/>
          <p:cNvSpPr txBox="1"/>
          <p:nvPr>
            <p:ph idx="1" type="subTitle"/>
          </p:nvPr>
        </p:nvSpPr>
        <p:spPr>
          <a:xfrm>
            <a:off x="330675" y="861800"/>
            <a:ext cx="7778700" cy="31791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b="1" lang="en"/>
              <a:t>Marmousi2 velocity model</a:t>
            </a:r>
            <a:r>
              <a:rPr lang="en"/>
              <a:t>: synthetic 2D map of seismic velocities simulating complex geology, designed by geophysicists</a:t>
            </a:r>
            <a:endParaRPr/>
          </a:p>
          <a:p>
            <a:pPr indent="-317500" lvl="0" marL="457200" rtl="0" algn="l">
              <a:lnSpc>
                <a:spcPct val="150000"/>
              </a:lnSpc>
              <a:spcBef>
                <a:spcPts val="0"/>
              </a:spcBef>
              <a:spcAft>
                <a:spcPts val="0"/>
              </a:spcAft>
              <a:buSzPts val="1400"/>
              <a:buChar char="-"/>
            </a:pPr>
            <a:r>
              <a:rPr lang="en"/>
              <a:t>We downsample </a:t>
            </a:r>
            <a:r>
              <a:rPr lang="en"/>
              <a:t>(by taking every 20th grid coord) to form a 2D subsurface domain with spatially varying wave speed</a:t>
            </a:r>
            <a:endParaRPr/>
          </a:p>
          <a:p>
            <a:pPr indent="-317500" lvl="0" marL="457200" rtl="0" algn="l">
              <a:lnSpc>
                <a:spcPct val="150000"/>
              </a:lnSpc>
              <a:spcBef>
                <a:spcPts val="0"/>
              </a:spcBef>
              <a:spcAft>
                <a:spcPts val="0"/>
              </a:spcAft>
              <a:buSzPts val="1400"/>
              <a:buChar char="-"/>
            </a:pPr>
            <a:r>
              <a:rPr lang="en"/>
              <a:t>Roughly 38 mil grid points to 96k from downsampling</a:t>
            </a:r>
            <a:endParaRPr/>
          </a:p>
          <a:p>
            <a:pPr indent="0" lvl="0" marL="457200" rtl="0" algn="l">
              <a:spcBef>
                <a:spcPts val="0"/>
              </a:spcBef>
              <a:spcAft>
                <a:spcPts val="0"/>
              </a:spcAft>
              <a:buNone/>
            </a:pPr>
            <a:r>
              <a:t/>
            </a:r>
            <a:endParaRPr b="1"/>
          </a:p>
        </p:txBody>
      </p:sp>
      <p:pic>
        <p:nvPicPr>
          <p:cNvPr id="334" name="Google Shape;334;p41"/>
          <p:cNvPicPr preferRelativeResize="0"/>
          <p:nvPr/>
        </p:nvPicPr>
        <p:blipFill>
          <a:blip r:embed="rId3">
            <a:alphaModFix/>
          </a:blip>
          <a:stretch>
            <a:fillRect/>
          </a:stretch>
        </p:blipFill>
        <p:spPr>
          <a:xfrm>
            <a:off x="852887" y="2616517"/>
            <a:ext cx="6734276" cy="24322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2"/>
          <p:cNvSpPr txBox="1"/>
          <p:nvPr>
            <p:ph type="title"/>
          </p:nvPr>
        </p:nvSpPr>
        <p:spPr>
          <a:xfrm>
            <a:off x="713250" y="8700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 &amp; Problem Setup</a:t>
            </a:r>
            <a:endParaRPr/>
          </a:p>
        </p:txBody>
      </p:sp>
      <p:sp>
        <p:nvSpPr>
          <p:cNvPr id="340" name="Google Shape;340;p42"/>
          <p:cNvSpPr txBox="1"/>
          <p:nvPr>
            <p:ph idx="1" type="subTitle"/>
          </p:nvPr>
        </p:nvSpPr>
        <p:spPr>
          <a:xfrm>
            <a:off x="158775" y="636900"/>
            <a:ext cx="4430700" cy="3355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True source location is randomly selected within domain</a:t>
            </a:r>
            <a:endParaRPr/>
          </a:p>
          <a:p>
            <a:pPr indent="-317500" lvl="0" marL="457200" rtl="0" algn="l">
              <a:lnSpc>
                <a:spcPct val="115000"/>
              </a:lnSpc>
              <a:spcBef>
                <a:spcPts val="0"/>
              </a:spcBef>
              <a:spcAft>
                <a:spcPts val="0"/>
              </a:spcAft>
              <a:buSzPts val="1400"/>
              <a:buChar char="-"/>
            </a:pPr>
            <a:r>
              <a:rPr lang="en"/>
              <a:t>20 receivers are placed uniformly along the surface (z=0), ground truth travel times are calculated using numerical methods of solving the Eikonal equation (to simulate actual receivers)</a:t>
            </a:r>
            <a:endParaRPr/>
          </a:p>
          <a:p>
            <a:pPr indent="-317500" lvl="0" marL="457200" rtl="0" algn="l">
              <a:lnSpc>
                <a:spcPct val="115000"/>
              </a:lnSpc>
              <a:spcBef>
                <a:spcPts val="0"/>
              </a:spcBef>
              <a:spcAft>
                <a:spcPts val="0"/>
              </a:spcAft>
              <a:buSzPts val="1400"/>
              <a:buChar char="-"/>
            </a:pPr>
            <a:r>
              <a:rPr lang="en"/>
              <a:t>Typically, Eikonal eq. solvers are given the velocity map and source to solve the traveltime field, here we solve (a harder version) of the  inverse problem - given velocity map and surface receiver picks (parts of traveltime field), determine the source</a:t>
            </a:r>
            <a:endParaRPr/>
          </a:p>
          <a:p>
            <a:pPr indent="0" lvl="0" marL="45720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SzPts val="1400"/>
              <a:buChar char="-"/>
            </a:pPr>
            <a:r>
              <a:rPr b="1" lang="en"/>
              <a:t>Objective: Recover the source locale using only travel times at receivers</a:t>
            </a:r>
            <a:r>
              <a:rPr b="1" lang="en"/>
              <a:t> and the underlying velocity map</a:t>
            </a:r>
            <a:endParaRPr b="1"/>
          </a:p>
          <a:p>
            <a:pPr indent="0" lvl="0" marL="457200" rtl="0" algn="l">
              <a:lnSpc>
                <a:spcPct val="115000"/>
              </a:lnSpc>
              <a:spcBef>
                <a:spcPts val="0"/>
              </a:spcBef>
              <a:spcAft>
                <a:spcPts val="0"/>
              </a:spcAft>
              <a:buNone/>
            </a:pPr>
            <a:r>
              <a:t/>
            </a:r>
            <a:endParaRPr b="1"/>
          </a:p>
          <a:p>
            <a:pPr indent="0" lvl="0" marL="457200" rtl="0" algn="l">
              <a:lnSpc>
                <a:spcPct val="115000"/>
              </a:lnSpc>
              <a:spcBef>
                <a:spcPts val="0"/>
              </a:spcBef>
              <a:spcAft>
                <a:spcPts val="0"/>
              </a:spcAft>
              <a:buNone/>
            </a:pPr>
            <a:r>
              <a:t/>
            </a:r>
            <a:endParaRPr b="1"/>
          </a:p>
        </p:txBody>
      </p:sp>
      <p:pic>
        <p:nvPicPr>
          <p:cNvPr id="341" name="Google Shape;341;p42" title="Screenshot 2025-12-06 at 9.54.52 PM.png"/>
          <p:cNvPicPr preferRelativeResize="0"/>
          <p:nvPr/>
        </p:nvPicPr>
        <p:blipFill>
          <a:blip r:embed="rId3">
            <a:alphaModFix/>
          </a:blip>
          <a:stretch>
            <a:fillRect/>
          </a:stretch>
        </p:blipFill>
        <p:spPr>
          <a:xfrm>
            <a:off x="5338350" y="744242"/>
            <a:ext cx="2786526" cy="2108858"/>
          </a:xfrm>
          <a:prstGeom prst="rect">
            <a:avLst/>
          </a:prstGeom>
          <a:noFill/>
          <a:ln cap="flat" cmpd="sng" w="9525">
            <a:solidFill>
              <a:srgbClr val="000000"/>
            </a:solidFill>
            <a:prstDash val="solid"/>
            <a:round/>
            <a:headEnd len="sm" w="sm" type="none"/>
            <a:tailEnd len="sm" w="sm" type="none"/>
          </a:ln>
        </p:spPr>
      </p:pic>
      <p:pic>
        <p:nvPicPr>
          <p:cNvPr id="342" name="Google Shape;342;p42"/>
          <p:cNvPicPr preferRelativeResize="0"/>
          <p:nvPr/>
        </p:nvPicPr>
        <p:blipFill>
          <a:blip r:embed="rId4">
            <a:alphaModFix/>
          </a:blip>
          <a:stretch>
            <a:fillRect/>
          </a:stretch>
        </p:blipFill>
        <p:spPr>
          <a:xfrm>
            <a:off x="5338349" y="2960450"/>
            <a:ext cx="2786526" cy="213507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43"/>
          <p:cNvGrpSpPr/>
          <p:nvPr/>
        </p:nvGrpSpPr>
        <p:grpSpPr>
          <a:xfrm>
            <a:off x="0" y="0"/>
            <a:ext cx="2473800" cy="4131000"/>
            <a:chOff x="0" y="0"/>
            <a:chExt cx="2473800" cy="4131000"/>
          </a:xfrm>
        </p:grpSpPr>
        <p:sp>
          <p:nvSpPr>
            <p:cNvPr id="348" name="Google Shape;348;p43"/>
            <p:cNvSpPr/>
            <p:nvPr/>
          </p:nvSpPr>
          <p:spPr>
            <a:xfrm>
              <a:off x="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43"/>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350" name="Google Shape;350;p43"/>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PINN</a:t>
            </a:r>
            <a:endParaRPr/>
          </a:p>
        </p:txBody>
      </p:sp>
      <p:sp>
        <p:nvSpPr>
          <p:cNvPr id="351" name="Google Shape;351;p43"/>
          <p:cNvSpPr txBox="1"/>
          <p:nvPr>
            <p:ph idx="2" type="title"/>
          </p:nvPr>
        </p:nvSpPr>
        <p:spPr>
          <a:xfrm>
            <a:off x="1512075" y="1012500"/>
            <a:ext cx="1076100" cy="87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4"/>
          <p:cNvSpPr txBox="1"/>
          <p:nvPr>
            <p:ph type="title"/>
          </p:nvPr>
        </p:nvSpPr>
        <p:spPr>
          <a:xfrm>
            <a:off x="713250" y="255925"/>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PINN Formation</a:t>
            </a:r>
            <a:endParaRPr/>
          </a:p>
        </p:txBody>
      </p:sp>
      <p:sp>
        <p:nvSpPr>
          <p:cNvPr id="357" name="Google Shape;357;p44"/>
          <p:cNvSpPr txBox="1"/>
          <p:nvPr>
            <p:ph idx="1" type="subTitle"/>
          </p:nvPr>
        </p:nvSpPr>
        <p:spPr>
          <a:xfrm>
            <a:off x="235200" y="1017900"/>
            <a:ext cx="4474500" cy="3107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 sz="1500"/>
              <a:t>Objectives:</a:t>
            </a:r>
            <a:endParaRPr i="1" sz="1500"/>
          </a:p>
          <a:p>
            <a:pPr indent="-323850" lvl="0" marL="457200" rtl="0" algn="l">
              <a:lnSpc>
                <a:spcPct val="150000"/>
              </a:lnSpc>
              <a:spcBef>
                <a:spcPts val="0"/>
              </a:spcBef>
              <a:spcAft>
                <a:spcPts val="0"/>
              </a:spcAft>
              <a:buSzPts val="1500"/>
              <a:buChar char="-"/>
            </a:pPr>
            <a:r>
              <a:rPr b="1" lang="en" sz="1500"/>
              <a:t>Estimate unknown source location (x</a:t>
            </a:r>
            <a:r>
              <a:rPr b="1" baseline="-25000" lang="en" sz="1500"/>
              <a:t>s</a:t>
            </a:r>
            <a:r>
              <a:rPr b="1" lang="en" sz="1500"/>
              <a:t>, z</a:t>
            </a:r>
            <a:r>
              <a:rPr b="1" baseline="-25000" lang="en" sz="1500"/>
              <a:t>s</a:t>
            </a:r>
            <a:r>
              <a:rPr b="1" lang="en" sz="1500"/>
              <a:t>)</a:t>
            </a:r>
            <a:r>
              <a:rPr lang="en" sz="1500"/>
              <a:t> from surface receiver picks and velocity map</a:t>
            </a:r>
            <a:endParaRPr sz="1500"/>
          </a:p>
          <a:p>
            <a:pPr indent="0" lvl="0" marL="457200" rtl="0" algn="l">
              <a:lnSpc>
                <a:spcPct val="150000"/>
              </a:lnSpc>
              <a:spcBef>
                <a:spcPts val="0"/>
              </a:spcBef>
              <a:spcAft>
                <a:spcPts val="0"/>
              </a:spcAft>
              <a:buNone/>
            </a:pPr>
            <a:r>
              <a:t/>
            </a:r>
            <a:endParaRPr sz="1500"/>
          </a:p>
          <a:p>
            <a:pPr indent="-323850" lvl="0" marL="457200" rtl="0" algn="l">
              <a:lnSpc>
                <a:spcPct val="150000"/>
              </a:lnSpc>
              <a:spcBef>
                <a:spcPts val="0"/>
              </a:spcBef>
              <a:spcAft>
                <a:spcPts val="0"/>
              </a:spcAft>
              <a:buSzPts val="1500"/>
              <a:buChar char="-"/>
            </a:pPr>
            <a:r>
              <a:rPr b="1" lang="en" sz="1500"/>
              <a:t>Predict travel time field τ (x, z)</a:t>
            </a:r>
            <a:r>
              <a:rPr lang="en" sz="1500"/>
              <a:t> by solving the Eikonal equation</a:t>
            </a:r>
            <a:r>
              <a:rPr b="1" lang="en" sz="1500"/>
              <a:t> </a:t>
            </a:r>
            <a:r>
              <a:rPr lang="en" sz="1500"/>
              <a:t>with a neural network</a:t>
            </a:r>
            <a:endParaRPr sz="1500"/>
          </a:p>
          <a:p>
            <a:pPr indent="-323850" lvl="0" marL="457200" rtl="0" algn="l">
              <a:lnSpc>
                <a:spcPct val="150000"/>
              </a:lnSpc>
              <a:spcBef>
                <a:spcPts val="0"/>
              </a:spcBef>
              <a:spcAft>
                <a:spcPts val="0"/>
              </a:spcAft>
              <a:buSzPts val="1500"/>
              <a:buChar char="-"/>
            </a:pPr>
            <a:r>
              <a:rPr b="1" lang="en" sz="1500"/>
              <a:t>Eikonal equation</a:t>
            </a:r>
            <a:r>
              <a:rPr lang="en" sz="1500"/>
              <a:t>: </a:t>
            </a:r>
            <a:r>
              <a:rPr i="1" lang="en" sz="1500"/>
              <a:t>| ⛛τ (x, z)| </a:t>
            </a:r>
            <a:r>
              <a:rPr baseline="30000" i="1" lang="en" sz="1500"/>
              <a:t>2 </a:t>
            </a:r>
            <a:r>
              <a:rPr i="1" lang="en" sz="1500"/>
              <a:t> = s(x, z) </a:t>
            </a:r>
            <a:r>
              <a:rPr baseline="30000" i="1" lang="en" sz="1500"/>
              <a:t> 2</a:t>
            </a:r>
            <a:endParaRPr i="1" sz="1500"/>
          </a:p>
          <a:p>
            <a:pPr indent="-323850" lvl="1" marL="914400" rtl="0" algn="l">
              <a:lnSpc>
                <a:spcPct val="150000"/>
              </a:lnSpc>
              <a:spcBef>
                <a:spcPts val="0"/>
              </a:spcBef>
              <a:spcAft>
                <a:spcPts val="0"/>
              </a:spcAft>
              <a:buSzPts val="1500"/>
              <a:buChar char="-"/>
            </a:pPr>
            <a:r>
              <a:rPr i="1" lang="en" sz="1500"/>
              <a:t>τ(x,z) = traveltime from a source to point 𝑥</a:t>
            </a:r>
            <a:endParaRPr i="1" sz="1500"/>
          </a:p>
          <a:p>
            <a:pPr indent="-323850" lvl="1" marL="914400" rtl="0" algn="l">
              <a:lnSpc>
                <a:spcPct val="150000"/>
              </a:lnSpc>
              <a:spcBef>
                <a:spcPts val="0"/>
              </a:spcBef>
              <a:spcAft>
                <a:spcPts val="0"/>
              </a:spcAft>
              <a:buSzPts val="1500"/>
              <a:buChar char="-"/>
            </a:pPr>
            <a:r>
              <a:rPr i="1" lang="en" sz="1500"/>
              <a:t>v(x,z) = wave velocity at position (𝑥,z)</a:t>
            </a:r>
            <a:endParaRPr i="1" sz="1500"/>
          </a:p>
          <a:p>
            <a:pPr indent="-323850" lvl="1" marL="914400" rtl="0" algn="l">
              <a:lnSpc>
                <a:spcPct val="150000"/>
              </a:lnSpc>
              <a:spcBef>
                <a:spcPts val="0"/>
              </a:spcBef>
              <a:spcAft>
                <a:spcPts val="0"/>
              </a:spcAft>
              <a:buSzPts val="1500"/>
              <a:buChar char="-"/>
            </a:pPr>
            <a:r>
              <a:rPr i="1" lang="en" sz="1500"/>
              <a:t>s(x,z) =  1 / v(x,z) = slowness </a:t>
            </a:r>
            <a:endParaRPr i="1"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ctr">
              <a:spcBef>
                <a:spcPts val="0"/>
              </a:spcBef>
              <a:spcAft>
                <a:spcPts val="0"/>
              </a:spcAft>
              <a:buNone/>
            </a:pPr>
            <a:r>
              <a:t/>
            </a:r>
            <a:endParaRPr sz="1500"/>
          </a:p>
          <a:p>
            <a:pPr indent="0" lvl="0" marL="0" rtl="0" algn="ctr">
              <a:spcBef>
                <a:spcPts val="0"/>
              </a:spcBef>
              <a:spcAft>
                <a:spcPts val="0"/>
              </a:spcAft>
              <a:buNone/>
            </a:pPr>
            <a:r>
              <a:t/>
            </a:r>
            <a:endParaRPr sz="1500"/>
          </a:p>
        </p:txBody>
      </p:sp>
      <p:sp>
        <p:nvSpPr>
          <p:cNvPr id="358" name="Google Shape;358;p44"/>
          <p:cNvSpPr txBox="1"/>
          <p:nvPr/>
        </p:nvSpPr>
        <p:spPr>
          <a:xfrm>
            <a:off x="5121850" y="1382700"/>
            <a:ext cx="3589200" cy="2713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A0A0A"/>
                </a:solidFill>
                <a:latin typeface="Commissioner"/>
                <a:ea typeface="Commissioner"/>
                <a:cs typeface="Commissioner"/>
                <a:sym typeface="Commissioner"/>
              </a:rPr>
              <a:t>Let τ (x, z) solve </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lang="en" sz="1500">
                <a:solidFill>
                  <a:srgbClr val="0A0A0A"/>
                </a:solidFill>
                <a:latin typeface="Commissioner"/>
                <a:ea typeface="Commissioner"/>
                <a:cs typeface="Commissioner"/>
                <a:sym typeface="Commissioner"/>
              </a:rPr>
              <a:t>| ⛛τ (x, z)|</a:t>
            </a:r>
            <a:r>
              <a:rPr baseline="30000" lang="en" sz="1500">
                <a:solidFill>
                  <a:srgbClr val="0A0A0A"/>
                </a:solidFill>
                <a:latin typeface="Commissioner"/>
                <a:ea typeface="Commissioner"/>
                <a:cs typeface="Commissioner"/>
                <a:sym typeface="Commissioner"/>
              </a:rPr>
              <a:t> 2</a:t>
            </a:r>
            <a:r>
              <a:rPr lang="en" sz="1500">
                <a:solidFill>
                  <a:srgbClr val="0A0A0A"/>
                </a:solidFill>
                <a:latin typeface="Commissioner"/>
                <a:ea typeface="Commissioner"/>
                <a:cs typeface="Commissioner"/>
                <a:sym typeface="Commissioner"/>
              </a:rPr>
              <a:t> = s(x, z)</a:t>
            </a:r>
            <a:r>
              <a:rPr baseline="30000" lang="en" sz="1500">
                <a:solidFill>
                  <a:srgbClr val="0A0A0A"/>
                </a:solidFill>
                <a:latin typeface="Commissioner"/>
                <a:ea typeface="Commissioner"/>
                <a:cs typeface="Commissioner"/>
                <a:sym typeface="Commissioner"/>
              </a:rPr>
              <a:t>2 </a:t>
            </a:r>
            <a:r>
              <a:rPr lang="en" sz="1500">
                <a:solidFill>
                  <a:srgbClr val="0A0A0A"/>
                </a:solidFill>
                <a:latin typeface="Commissioner"/>
                <a:ea typeface="Commissioner"/>
                <a:cs typeface="Commissioner"/>
                <a:sym typeface="Commissioner"/>
              </a:rPr>
              <a:t> (Eikonal eq.)</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b="1" lang="en" sz="1500">
                <a:solidFill>
                  <a:srgbClr val="0A0A0A"/>
                </a:solidFill>
                <a:latin typeface="Commissioner"/>
                <a:ea typeface="Commissioner"/>
                <a:cs typeface="Commissioner"/>
                <a:sym typeface="Commissioner"/>
              </a:rPr>
              <a:t>τ (x</a:t>
            </a:r>
            <a:r>
              <a:rPr b="1" baseline="-25000" lang="en" sz="1500">
                <a:solidFill>
                  <a:srgbClr val="0A0A0A"/>
                </a:solidFill>
                <a:latin typeface="Commissioner"/>
                <a:ea typeface="Commissioner"/>
                <a:cs typeface="Commissioner"/>
                <a:sym typeface="Commissioner"/>
              </a:rPr>
              <a:t>s</a:t>
            </a:r>
            <a:r>
              <a:rPr b="1" lang="en" sz="1500">
                <a:solidFill>
                  <a:srgbClr val="0A0A0A"/>
                </a:solidFill>
                <a:latin typeface="Commissioner"/>
                <a:ea typeface="Commissioner"/>
                <a:cs typeface="Commissioner"/>
                <a:sym typeface="Commissioner"/>
              </a:rPr>
              <a:t>, z</a:t>
            </a:r>
            <a:r>
              <a:rPr b="1" baseline="-25000" lang="en" sz="1500">
                <a:solidFill>
                  <a:srgbClr val="0A0A0A"/>
                </a:solidFill>
                <a:latin typeface="Commissioner"/>
                <a:ea typeface="Commissioner"/>
                <a:cs typeface="Commissioner"/>
                <a:sym typeface="Commissioner"/>
              </a:rPr>
              <a:t>s</a:t>
            </a:r>
            <a:r>
              <a:rPr b="1" lang="en" sz="1500">
                <a:solidFill>
                  <a:srgbClr val="0A0A0A"/>
                </a:solidFill>
                <a:latin typeface="Commissioner"/>
                <a:ea typeface="Commissioner"/>
                <a:cs typeface="Commissioner"/>
                <a:sym typeface="Commissioner"/>
              </a:rPr>
              <a:t>)</a:t>
            </a:r>
            <a:r>
              <a:rPr lang="en" sz="1500">
                <a:solidFill>
                  <a:srgbClr val="0A0A0A"/>
                </a:solidFill>
                <a:latin typeface="Commissioner"/>
                <a:ea typeface="Commissioner"/>
                <a:cs typeface="Commissioner"/>
                <a:sym typeface="Commissioner"/>
              </a:rPr>
              <a:t> = 0  (boundary condition: travel time at source should be 0)</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lang="en" sz="1500">
                <a:solidFill>
                  <a:srgbClr val="0A0A0A"/>
                </a:solidFill>
                <a:latin typeface="Commissioner"/>
                <a:ea typeface="Commissioner"/>
                <a:cs typeface="Commissioner"/>
                <a:sym typeface="Commissioner"/>
              </a:rPr>
              <a:t>s(x, z) = 1 / v(x,z)</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rPr lang="en" sz="1500">
                <a:solidFill>
                  <a:srgbClr val="0A0A0A"/>
                </a:solidFill>
                <a:latin typeface="Commissioner"/>
                <a:ea typeface="Commissioner"/>
                <a:cs typeface="Commissioner"/>
                <a:sym typeface="Commissioner"/>
              </a:rPr>
              <a:t>where </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lang="en" sz="1500">
                <a:solidFill>
                  <a:srgbClr val="0A0A0A"/>
                </a:solidFill>
                <a:latin typeface="Commissioner"/>
                <a:ea typeface="Commissioner"/>
                <a:cs typeface="Commissioner"/>
                <a:sym typeface="Commissioner"/>
              </a:rPr>
              <a:t>v(x,z) : velocity map of waves from downsampled Marmousi2 velocity model</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t/>
            </a:r>
            <a:endParaRPr sz="1500">
              <a:solidFill>
                <a:srgbClr val="0A0A0A"/>
              </a:solidFill>
              <a:latin typeface="Commissioner"/>
              <a:ea typeface="Commissioner"/>
              <a:cs typeface="Commissioner"/>
              <a:sym typeface="Commission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5"/>
          <p:cNvSpPr txBox="1"/>
          <p:nvPr>
            <p:ph type="title"/>
          </p:nvPr>
        </p:nvSpPr>
        <p:spPr>
          <a:xfrm>
            <a:off x="713250" y="5750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PINN Architecture</a:t>
            </a:r>
            <a:endParaRPr/>
          </a:p>
        </p:txBody>
      </p:sp>
      <p:sp>
        <p:nvSpPr>
          <p:cNvPr id="364" name="Google Shape;364;p45"/>
          <p:cNvSpPr txBox="1"/>
          <p:nvPr/>
        </p:nvSpPr>
        <p:spPr>
          <a:xfrm>
            <a:off x="461050" y="814925"/>
            <a:ext cx="5359800" cy="421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rgbClr val="0A0A0A"/>
                </a:solidFill>
                <a:latin typeface="Commissioner"/>
                <a:ea typeface="Commissioner"/>
                <a:cs typeface="Commissioner"/>
                <a:sym typeface="Commissioner"/>
              </a:rPr>
              <a:t>Model Architecture:</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rPr lang="en" sz="1500">
                <a:solidFill>
                  <a:srgbClr val="0A0A0A"/>
                </a:solidFill>
                <a:latin typeface="Commissioner"/>
                <a:ea typeface="Commissioner"/>
                <a:cs typeface="Commissioner"/>
                <a:sym typeface="Commissioner"/>
              </a:rPr>
              <a:t>Fourier Feature Encoding (256 mapping size, scale = 10.0)</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lang="en" sz="1500">
                <a:solidFill>
                  <a:srgbClr val="0A0A0A"/>
                </a:solidFill>
                <a:latin typeface="Commissioner"/>
                <a:ea typeface="Commissioner"/>
                <a:cs typeface="Commissioner"/>
                <a:sym typeface="Commissioner"/>
              </a:rPr>
              <a:t>Transforms 2D spatial inputs (x, z) into 512-dimensional high-frequency space using sinusoidal projections</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lang="en" sz="1500">
                <a:solidFill>
                  <a:srgbClr val="0A0A0A"/>
                </a:solidFill>
                <a:latin typeface="Commissioner"/>
                <a:ea typeface="Commissioner"/>
                <a:cs typeface="Commissioner"/>
                <a:sym typeface="Commissioner"/>
              </a:rPr>
              <a:t>Helps PINN learn high-frequency spatial variations in the velocity model, in order to model fine-scale wavefront behavior</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rPr lang="en" sz="1500">
                <a:solidFill>
                  <a:srgbClr val="0A0A0A"/>
                </a:solidFill>
                <a:latin typeface="Commissioner"/>
                <a:ea typeface="Commissioner"/>
                <a:cs typeface="Commissioner"/>
                <a:sym typeface="Commissioner"/>
              </a:rPr>
              <a:t>MLP</a:t>
            </a:r>
            <a:endParaRPr sz="1500">
              <a:solidFill>
                <a:srgbClr val="0A0A0A"/>
              </a:solidFill>
              <a:latin typeface="Commissioner"/>
              <a:ea typeface="Commissioner"/>
              <a:cs typeface="Commissioner"/>
              <a:sym typeface="Commissioner"/>
            </a:endParaRPr>
          </a:p>
          <a:p>
            <a:pPr indent="-323850" lvl="0" marL="457200" rtl="0" algn="l">
              <a:lnSpc>
                <a:spcPct val="115000"/>
              </a:lnSpc>
              <a:spcBef>
                <a:spcPts val="0"/>
              </a:spcBef>
              <a:spcAft>
                <a:spcPts val="0"/>
              </a:spcAft>
              <a:buClr>
                <a:srgbClr val="0A0A0A"/>
              </a:buClr>
              <a:buSzPts val="1500"/>
              <a:buFont typeface="Commissioner"/>
              <a:buChar char="-"/>
            </a:pPr>
            <a:r>
              <a:rPr lang="en" sz="1500">
                <a:solidFill>
                  <a:srgbClr val="0A0A0A"/>
                </a:solidFill>
                <a:latin typeface="Commissioner"/>
                <a:ea typeface="Commissioner"/>
                <a:cs typeface="Commissioner"/>
                <a:sym typeface="Commissioner"/>
              </a:rPr>
              <a:t>3 hidden layers, 256 neurons per, Tanh activations</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t/>
            </a:r>
            <a:endParaRPr sz="1500">
              <a:solidFill>
                <a:srgbClr val="0A0A0A"/>
              </a:solidFill>
              <a:latin typeface="Commissioner"/>
              <a:ea typeface="Commissioner"/>
              <a:cs typeface="Commissioner"/>
              <a:sym typeface="Commissioner"/>
            </a:endParaRPr>
          </a:p>
          <a:p>
            <a:pPr indent="0" lvl="0" marL="0" rtl="0" algn="l">
              <a:lnSpc>
                <a:spcPct val="150000"/>
              </a:lnSpc>
              <a:spcBef>
                <a:spcPts val="0"/>
              </a:spcBef>
              <a:spcAft>
                <a:spcPts val="0"/>
              </a:spcAft>
              <a:buNone/>
            </a:pPr>
            <a:r>
              <a:rPr i="1" lang="en" sz="1500">
                <a:solidFill>
                  <a:srgbClr val="0A0A0A"/>
                </a:solidFill>
                <a:latin typeface="Commissioner"/>
                <a:ea typeface="Commissioner"/>
                <a:cs typeface="Commissioner"/>
                <a:sym typeface="Commissioner"/>
              </a:rPr>
              <a:t>Inputs: Normalized spatial coordinates </a:t>
            </a:r>
            <a:r>
              <a:rPr b="1" i="1" lang="en" sz="1500">
                <a:solidFill>
                  <a:srgbClr val="0A0A0A"/>
                </a:solidFill>
                <a:latin typeface="Commissioner"/>
                <a:ea typeface="Commissioner"/>
                <a:cs typeface="Commissioner"/>
                <a:sym typeface="Commissioner"/>
              </a:rPr>
              <a:t>(x, z)</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t/>
            </a:r>
            <a:endParaRPr sz="1500">
              <a:solidFill>
                <a:srgbClr val="0A0A0A"/>
              </a:solidFill>
              <a:latin typeface="Commissioner"/>
              <a:ea typeface="Commissioner"/>
              <a:cs typeface="Commissioner"/>
              <a:sym typeface="Commissioner"/>
            </a:endParaRPr>
          </a:p>
          <a:p>
            <a:pPr indent="0" lvl="0" marL="0" rtl="0" algn="l">
              <a:lnSpc>
                <a:spcPct val="115000"/>
              </a:lnSpc>
              <a:spcBef>
                <a:spcPts val="0"/>
              </a:spcBef>
              <a:spcAft>
                <a:spcPts val="0"/>
              </a:spcAft>
              <a:buNone/>
            </a:pPr>
            <a:r>
              <a:rPr i="1" lang="en" sz="1500">
                <a:solidFill>
                  <a:srgbClr val="0A0A0A"/>
                </a:solidFill>
                <a:latin typeface="Commissioner"/>
                <a:ea typeface="Commissioner"/>
                <a:cs typeface="Commissioner"/>
                <a:sym typeface="Commissioner"/>
              </a:rPr>
              <a:t>Outputs: </a:t>
            </a:r>
            <a:r>
              <a:rPr lang="en" sz="1500">
                <a:solidFill>
                  <a:srgbClr val="0A0A0A"/>
                </a:solidFill>
                <a:latin typeface="Commissioner"/>
                <a:ea typeface="Commissioner"/>
                <a:cs typeface="Commissioner"/>
                <a:sym typeface="Commissioner"/>
              </a:rPr>
              <a:t> </a:t>
            </a:r>
            <a:r>
              <a:rPr i="1" lang="en" sz="1500">
                <a:solidFill>
                  <a:srgbClr val="0A0A0A"/>
                </a:solidFill>
                <a:latin typeface="Commissioner"/>
                <a:ea typeface="Commissioner"/>
                <a:cs typeface="Commissioner"/>
                <a:sym typeface="Commissioner"/>
              </a:rPr>
              <a:t>Predicted  traveltime  </a:t>
            </a:r>
            <a:r>
              <a:rPr b="1" lang="en" sz="1500">
                <a:solidFill>
                  <a:srgbClr val="0A0A0A"/>
                </a:solidFill>
                <a:latin typeface="Commissioner"/>
                <a:ea typeface="Commissioner"/>
                <a:cs typeface="Commissioner"/>
                <a:sym typeface="Commissioner"/>
              </a:rPr>
              <a:t>τ^ (x, z)</a:t>
            </a:r>
            <a:r>
              <a:rPr lang="en" sz="1500">
                <a:solidFill>
                  <a:srgbClr val="0A0A0A"/>
                </a:solidFill>
                <a:latin typeface="Commissioner"/>
                <a:ea typeface="Commissioner"/>
                <a:cs typeface="Commissioner"/>
                <a:sym typeface="Commissioner"/>
              </a:rPr>
              <a:t> </a:t>
            </a:r>
            <a:endParaRPr sz="1500">
              <a:solidFill>
                <a:srgbClr val="0A0A0A"/>
              </a:solidFill>
              <a:latin typeface="Commissioner"/>
              <a:ea typeface="Commissioner"/>
              <a:cs typeface="Commissioner"/>
              <a:sym typeface="Commissioner"/>
            </a:endParaRPr>
          </a:p>
        </p:txBody>
      </p:sp>
      <p:sp>
        <p:nvSpPr>
          <p:cNvPr id="365" name="Google Shape;365;p45"/>
          <p:cNvSpPr/>
          <p:nvPr/>
        </p:nvSpPr>
        <p:spPr>
          <a:xfrm>
            <a:off x="6409775" y="912988"/>
            <a:ext cx="1818900" cy="57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mmissioner"/>
                <a:ea typeface="Commissioner"/>
                <a:cs typeface="Commissioner"/>
                <a:sym typeface="Commissioner"/>
              </a:rPr>
              <a:t>Input Coordinates</a:t>
            </a:r>
            <a:endParaRPr>
              <a:latin typeface="Commissioner"/>
              <a:ea typeface="Commissioner"/>
              <a:cs typeface="Commissioner"/>
              <a:sym typeface="Commissioner"/>
            </a:endParaRPr>
          </a:p>
          <a:p>
            <a:pPr indent="0" lvl="0" marL="0" rtl="0" algn="ctr">
              <a:spcBef>
                <a:spcPts val="0"/>
              </a:spcBef>
              <a:spcAft>
                <a:spcPts val="0"/>
              </a:spcAft>
              <a:buNone/>
            </a:pPr>
            <a:r>
              <a:rPr lang="en">
                <a:latin typeface="Commissioner"/>
                <a:ea typeface="Commissioner"/>
                <a:cs typeface="Commissioner"/>
                <a:sym typeface="Commissioner"/>
              </a:rPr>
              <a:t>(x , z)</a:t>
            </a:r>
            <a:endParaRPr>
              <a:latin typeface="Commissioner"/>
              <a:ea typeface="Commissioner"/>
              <a:cs typeface="Commissioner"/>
              <a:sym typeface="Commissioner"/>
            </a:endParaRPr>
          </a:p>
        </p:txBody>
      </p:sp>
      <p:cxnSp>
        <p:nvCxnSpPr>
          <p:cNvPr id="366" name="Google Shape;366;p45"/>
          <p:cNvCxnSpPr>
            <a:stCxn id="365" idx="2"/>
            <a:endCxn id="367" idx="0"/>
          </p:cNvCxnSpPr>
          <p:nvPr/>
        </p:nvCxnSpPr>
        <p:spPr>
          <a:xfrm>
            <a:off x="7319225" y="1484488"/>
            <a:ext cx="0" cy="385500"/>
          </a:xfrm>
          <a:prstGeom prst="straightConnector1">
            <a:avLst/>
          </a:prstGeom>
          <a:noFill/>
          <a:ln cap="flat" cmpd="sng" w="28575">
            <a:solidFill>
              <a:srgbClr val="0A0A0A"/>
            </a:solidFill>
            <a:prstDash val="solid"/>
            <a:round/>
            <a:headEnd len="med" w="med" type="none"/>
            <a:tailEnd len="med" w="med" type="triangle"/>
          </a:ln>
        </p:spPr>
      </p:cxnSp>
      <p:sp>
        <p:nvSpPr>
          <p:cNvPr id="367" name="Google Shape;367;p45"/>
          <p:cNvSpPr/>
          <p:nvPr/>
        </p:nvSpPr>
        <p:spPr>
          <a:xfrm>
            <a:off x="6088625" y="1869962"/>
            <a:ext cx="2461200" cy="6657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latin typeface="Commissioner"/>
                <a:ea typeface="Commissioner"/>
                <a:cs typeface="Commissioner"/>
                <a:sym typeface="Commissioner"/>
              </a:rPr>
              <a:t>FF Encoding (2D → 512D)</a:t>
            </a:r>
            <a:endParaRPr>
              <a:latin typeface="Commissioner"/>
              <a:ea typeface="Commissioner"/>
              <a:cs typeface="Commissioner"/>
              <a:sym typeface="Commissioner"/>
            </a:endParaRPr>
          </a:p>
          <a:p>
            <a:pPr indent="0" lvl="0" marL="0" rtl="0" algn="ctr">
              <a:lnSpc>
                <a:spcPct val="115000"/>
              </a:lnSpc>
              <a:spcBef>
                <a:spcPts val="0"/>
              </a:spcBef>
              <a:spcAft>
                <a:spcPts val="0"/>
              </a:spcAft>
              <a:buNone/>
            </a:pPr>
            <a:r>
              <a:rPr lang="en">
                <a:latin typeface="Commissioner"/>
                <a:ea typeface="Commissioner"/>
                <a:cs typeface="Commissioner"/>
                <a:sym typeface="Commissioner"/>
              </a:rPr>
              <a:t>(sin(2𝛑Bx), cos(2𝛑Bx))</a:t>
            </a:r>
            <a:endParaRPr>
              <a:latin typeface="Commissioner"/>
              <a:ea typeface="Commissioner"/>
              <a:cs typeface="Commissioner"/>
              <a:sym typeface="Commissioner"/>
            </a:endParaRPr>
          </a:p>
        </p:txBody>
      </p:sp>
      <p:cxnSp>
        <p:nvCxnSpPr>
          <p:cNvPr id="368" name="Google Shape;368;p45"/>
          <p:cNvCxnSpPr>
            <a:stCxn id="367" idx="2"/>
            <a:endCxn id="369" idx="0"/>
          </p:cNvCxnSpPr>
          <p:nvPr/>
        </p:nvCxnSpPr>
        <p:spPr>
          <a:xfrm>
            <a:off x="7319225" y="2535662"/>
            <a:ext cx="0" cy="452400"/>
          </a:xfrm>
          <a:prstGeom prst="straightConnector1">
            <a:avLst/>
          </a:prstGeom>
          <a:noFill/>
          <a:ln cap="flat" cmpd="sng" w="28575">
            <a:solidFill>
              <a:srgbClr val="0A0A0A"/>
            </a:solidFill>
            <a:prstDash val="solid"/>
            <a:round/>
            <a:headEnd len="med" w="med" type="none"/>
            <a:tailEnd len="med" w="med" type="triangle"/>
          </a:ln>
        </p:spPr>
      </p:cxnSp>
      <p:sp>
        <p:nvSpPr>
          <p:cNvPr id="369" name="Google Shape;369;p45"/>
          <p:cNvSpPr/>
          <p:nvPr/>
        </p:nvSpPr>
        <p:spPr>
          <a:xfrm>
            <a:off x="6088625" y="2987978"/>
            <a:ext cx="2461200" cy="11658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missioner"/>
              <a:ea typeface="Commissioner"/>
              <a:cs typeface="Commissioner"/>
              <a:sym typeface="Commissioner"/>
            </a:endParaRPr>
          </a:p>
          <a:p>
            <a:pPr indent="0" lvl="0" marL="0" rtl="0" algn="ctr">
              <a:spcBef>
                <a:spcPts val="0"/>
              </a:spcBef>
              <a:spcAft>
                <a:spcPts val="0"/>
              </a:spcAft>
              <a:buNone/>
            </a:pPr>
            <a:r>
              <a:rPr lang="en">
                <a:latin typeface="Commissioner"/>
                <a:ea typeface="Commissioner"/>
                <a:cs typeface="Commissioner"/>
                <a:sym typeface="Commissioner"/>
              </a:rPr>
              <a:t>MLP</a:t>
            </a:r>
            <a:endParaRPr>
              <a:latin typeface="Commissioner"/>
              <a:ea typeface="Commissioner"/>
              <a:cs typeface="Commissioner"/>
              <a:sym typeface="Commissioner"/>
            </a:endParaRPr>
          </a:p>
          <a:p>
            <a:pPr indent="0" lvl="0" marL="0" rtl="0" algn="ctr">
              <a:spcBef>
                <a:spcPts val="0"/>
              </a:spcBef>
              <a:spcAft>
                <a:spcPts val="0"/>
              </a:spcAft>
              <a:buNone/>
            </a:pPr>
            <a:r>
              <a:rPr lang="en">
                <a:latin typeface="Commissioner"/>
                <a:ea typeface="Commissioner"/>
                <a:cs typeface="Commissioner"/>
                <a:sym typeface="Commissioner"/>
              </a:rPr>
              <a:t>(512 → 256, tanh)</a:t>
            </a:r>
            <a:endParaRPr>
              <a:latin typeface="Commissioner"/>
              <a:ea typeface="Commissioner"/>
              <a:cs typeface="Commissioner"/>
              <a:sym typeface="Commissioner"/>
            </a:endParaRPr>
          </a:p>
          <a:p>
            <a:pPr indent="0" lvl="0" marL="0" rtl="0" algn="ctr">
              <a:spcBef>
                <a:spcPts val="0"/>
              </a:spcBef>
              <a:spcAft>
                <a:spcPts val="0"/>
              </a:spcAft>
              <a:buNone/>
            </a:pPr>
            <a:r>
              <a:rPr lang="en">
                <a:latin typeface="Commissioner"/>
                <a:ea typeface="Commissioner"/>
                <a:cs typeface="Commissioner"/>
                <a:sym typeface="Commissioner"/>
              </a:rPr>
              <a:t>(256 → 256, tanh)</a:t>
            </a:r>
            <a:endParaRPr>
              <a:latin typeface="Commissioner"/>
              <a:ea typeface="Commissioner"/>
              <a:cs typeface="Commissioner"/>
              <a:sym typeface="Commissioner"/>
            </a:endParaRPr>
          </a:p>
          <a:p>
            <a:pPr indent="0" lvl="0" marL="0" rtl="0" algn="ctr">
              <a:spcBef>
                <a:spcPts val="0"/>
              </a:spcBef>
              <a:spcAft>
                <a:spcPts val="0"/>
              </a:spcAft>
              <a:buNone/>
            </a:pPr>
            <a:r>
              <a:rPr lang="en">
                <a:latin typeface="Commissioner"/>
                <a:ea typeface="Commissioner"/>
                <a:cs typeface="Commissioner"/>
                <a:sym typeface="Commissioner"/>
              </a:rPr>
              <a:t>(256 → 256, tanh)</a:t>
            </a:r>
            <a:endParaRPr>
              <a:latin typeface="Commissioner"/>
              <a:ea typeface="Commissioner"/>
              <a:cs typeface="Commissioner"/>
              <a:sym typeface="Commissioner"/>
            </a:endParaRPr>
          </a:p>
          <a:p>
            <a:pPr indent="0" lvl="0" marL="0" rtl="0" algn="ctr">
              <a:spcBef>
                <a:spcPts val="0"/>
              </a:spcBef>
              <a:spcAft>
                <a:spcPts val="0"/>
              </a:spcAft>
              <a:buNone/>
            </a:pPr>
            <a:r>
              <a:rPr lang="en">
                <a:latin typeface="Commissioner"/>
                <a:ea typeface="Commissioner"/>
                <a:cs typeface="Commissioner"/>
                <a:sym typeface="Commissioner"/>
              </a:rPr>
              <a:t>(256 → 1)</a:t>
            </a:r>
            <a:endParaRPr>
              <a:latin typeface="Commissioner"/>
              <a:ea typeface="Commissioner"/>
              <a:cs typeface="Commissioner"/>
              <a:sym typeface="Commissioner"/>
            </a:endParaRPr>
          </a:p>
          <a:p>
            <a:pPr indent="0" lvl="0" marL="0" rtl="0" algn="ctr">
              <a:lnSpc>
                <a:spcPct val="115000"/>
              </a:lnSpc>
              <a:spcBef>
                <a:spcPts val="0"/>
              </a:spcBef>
              <a:spcAft>
                <a:spcPts val="0"/>
              </a:spcAft>
              <a:buNone/>
            </a:pPr>
            <a:r>
              <a:t/>
            </a:r>
            <a:endParaRPr>
              <a:latin typeface="Commissioner"/>
              <a:ea typeface="Commissioner"/>
              <a:cs typeface="Commissioner"/>
              <a:sym typeface="Commissioner"/>
            </a:endParaRPr>
          </a:p>
        </p:txBody>
      </p:sp>
      <p:sp>
        <p:nvSpPr>
          <p:cNvPr id="370" name="Google Shape;370;p45"/>
          <p:cNvSpPr/>
          <p:nvPr/>
        </p:nvSpPr>
        <p:spPr>
          <a:xfrm>
            <a:off x="6409775" y="4412757"/>
            <a:ext cx="1818900" cy="57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mmissioner"/>
                <a:ea typeface="Commissioner"/>
                <a:cs typeface="Commissioner"/>
                <a:sym typeface="Commissioner"/>
              </a:rPr>
              <a:t>Predicted time field</a:t>
            </a:r>
            <a:endParaRPr>
              <a:latin typeface="Commissioner"/>
              <a:ea typeface="Commissioner"/>
              <a:cs typeface="Commissioner"/>
              <a:sym typeface="Commissioner"/>
            </a:endParaRPr>
          </a:p>
          <a:p>
            <a:pPr indent="457200" lvl="0" marL="0" rtl="0" algn="l">
              <a:lnSpc>
                <a:spcPct val="115000"/>
              </a:lnSpc>
              <a:spcBef>
                <a:spcPts val="0"/>
              </a:spcBef>
              <a:spcAft>
                <a:spcPts val="0"/>
              </a:spcAft>
              <a:buNone/>
            </a:pPr>
            <a:r>
              <a:rPr lang="en" sz="1500">
                <a:solidFill>
                  <a:schemeClr val="dk1"/>
                </a:solidFill>
                <a:latin typeface="Commissioner"/>
                <a:ea typeface="Commissioner"/>
                <a:cs typeface="Commissioner"/>
                <a:sym typeface="Commissioner"/>
              </a:rPr>
              <a:t>τ^ (x, z) </a:t>
            </a:r>
            <a:endParaRPr>
              <a:latin typeface="Commissioner"/>
              <a:ea typeface="Commissioner"/>
              <a:cs typeface="Commissioner"/>
              <a:sym typeface="Commissioner"/>
            </a:endParaRPr>
          </a:p>
        </p:txBody>
      </p:sp>
      <p:cxnSp>
        <p:nvCxnSpPr>
          <p:cNvPr id="371" name="Google Shape;371;p45"/>
          <p:cNvCxnSpPr>
            <a:stCxn id="369" idx="2"/>
            <a:endCxn id="370" idx="0"/>
          </p:cNvCxnSpPr>
          <p:nvPr/>
        </p:nvCxnSpPr>
        <p:spPr>
          <a:xfrm>
            <a:off x="7319225" y="4153778"/>
            <a:ext cx="0" cy="258900"/>
          </a:xfrm>
          <a:prstGeom prst="straightConnector1">
            <a:avLst/>
          </a:prstGeom>
          <a:noFill/>
          <a:ln cap="flat" cmpd="sng" w="28575">
            <a:solidFill>
              <a:srgbClr val="0A0A0A"/>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6"/>
          <p:cNvSpPr txBox="1"/>
          <p:nvPr>
            <p:ph type="title"/>
          </p:nvPr>
        </p:nvSpPr>
        <p:spPr>
          <a:xfrm>
            <a:off x="713250" y="3071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Loss Components</a:t>
            </a:r>
            <a:endParaRPr/>
          </a:p>
        </p:txBody>
      </p:sp>
      <p:sp>
        <p:nvSpPr>
          <p:cNvPr id="377" name="Google Shape;377;p46"/>
          <p:cNvSpPr txBox="1"/>
          <p:nvPr>
            <p:ph idx="1" type="subTitle"/>
          </p:nvPr>
        </p:nvSpPr>
        <p:spPr>
          <a:xfrm>
            <a:off x="4402075" y="1071475"/>
            <a:ext cx="4403100" cy="3880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 sz="1800"/>
              <a:t>Loss Components</a:t>
            </a:r>
            <a:endParaRPr i="1" sz="1800"/>
          </a:p>
          <a:p>
            <a:pPr indent="-323850" lvl="0" marL="457200" rtl="0" algn="l">
              <a:lnSpc>
                <a:spcPct val="150000"/>
              </a:lnSpc>
              <a:spcBef>
                <a:spcPts val="0"/>
              </a:spcBef>
              <a:spcAft>
                <a:spcPts val="0"/>
              </a:spcAft>
              <a:buSzPts val="1500"/>
              <a:buAutoNum type="arabicParenBoth"/>
            </a:pPr>
            <a:r>
              <a:rPr i="1" lang="en" sz="1500"/>
              <a:t>PDE Loss (enforces physics w/ Eikonal eq.) :</a:t>
            </a:r>
            <a:endParaRPr i="1" sz="1500"/>
          </a:p>
          <a:p>
            <a:pPr indent="0" lvl="0" marL="0" rtl="0" algn="l">
              <a:spcBef>
                <a:spcPts val="0"/>
              </a:spcBef>
              <a:spcAft>
                <a:spcPts val="0"/>
              </a:spcAft>
              <a:buNone/>
            </a:pPr>
            <a:r>
              <a:rPr i="1" lang="en" sz="1500"/>
              <a:t>	 ⛛τ (x, z)|</a:t>
            </a:r>
            <a:r>
              <a:rPr baseline="30000" i="1" lang="en" sz="1500"/>
              <a:t> 2</a:t>
            </a:r>
            <a:r>
              <a:rPr i="1" lang="en" sz="1500"/>
              <a:t>  -  s(x, z)</a:t>
            </a:r>
            <a:r>
              <a:rPr baseline="30000" i="1" lang="en" sz="1500"/>
              <a:t> 2</a:t>
            </a:r>
            <a:r>
              <a:rPr baseline="-25000" i="1" lang="en" sz="1500"/>
              <a:t> </a:t>
            </a:r>
            <a:r>
              <a:rPr baseline="30000" i="1" lang="en" sz="1500"/>
              <a:t>   </a:t>
            </a:r>
            <a:r>
              <a:rPr i="1" lang="en" sz="1500"/>
              <a:t>→ 0</a:t>
            </a:r>
            <a:endParaRPr i="1" sz="1500"/>
          </a:p>
          <a:p>
            <a:pPr indent="0" lvl="0" marL="0" rtl="0" algn="l">
              <a:spcBef>
                <a:spcPts val="0"/>
              </a:spcBef>
              <a:spcAft>
                <a:spcPts val="0"/>
              </a:spcAft>
              <a:buNone/>
            </a:pPr>
            <a:r>
              <a:t/>
            </a:r>
            <a:endParaRPr i="1" sz="1500"/>
          </a:p>
          <a:p>
            <a:pPr indent="-323850" lvl="0" marL="457200" rtl="0" algn="l">
              <a:spcBef>
                <a:spcPts val="0"/>
              </a:spcBef>
              <a:spcAft>
                <a:spcPts val="0"/>
              </a:spcAft>
              <a:buSzPts val="1500"/>
              <a:buAutoNum type="arabicParenBoth"/>
            </a:pPr>
            <a:r>
              <a:rPr i="1" lang="en" sz="1500"/>
              <a:t>Data Loss (matches predicted traveltimes to observed picks from receivers):</a:t>
            </a:r>
            <a:endParaRPr i="1" sz="1500"/>
          </a:p>
          <a:p>
            <a:pPr indent="457200" lvl="0" marL="0" rtl="0" algn="l">
              <a:spcBef>
                <a:spcPts val="0"/>
              </a:spcBef>
              <a:spcAft>
                <a:spcPts val="0"/>
              </a:spcAft>
              <a:buNone/>
            </a:pPr>
            <a:r>
              <a:rPr i="1" lang="en" sz="1500"/>
              <a:t>τ^ (x</a:t>
            </a:r>
            <a:r>
              <a:rPr baseline="-25000" i="1" lang="en" sz="1500"/>
              <a:t>i    </a:t>
            </a:r>
            <a:r>
              <a:rPr i="1" lang="en" sz="1500"/>
              <a:t>, z</a:t>
            </a:r>
            <a:r>
              <a:rPr baseline="-25000" i="1" lang="en" sz="1500"/>
              <a:t>i </a:t>
            </a:r>
            <a:r>
              <a:rPr i="1" lang="en" sz="1500"/>
              <a:t>)  </a:t>
            </a:r>
            <a:r>
              <a:rPr lang="en" sz="1200">
                <a:solidFill>
                  <a:srgbClr val="0A0A0A"/>
                </a:solidFill>
                <a:latin typeface="Roboto"/>
                <a:ea typeface="Roboto"/>
                <a:cs typeface="Roboto"/>
                <a:sym typeface="Roboto"/>
              </a:rPr>
              <a:t>≈ </a:t>
            </a:r>
            <a:r>
              <a:rPr lang="en" sz="1500">
                <a:solidFill>
                  <a:srgbClr val="0A0A0A"/>
                </a:solidFill>
              </a:rPr>
              <a:t>t</a:t>
            </a:r>
            <a:r>
              <a:rPr baseline="-25000" i="1" lang="en" sz="1500">
                <a:solidFill>
                  <a:srgbClr val="0A0A0A"/>
                </a:solidFill>
              </a:rPr>
              <a:t>i</a:t>
            </a:r>
            <a:r>
              <a:rPr i="1" lang="en" sz="1500">
                <a:solidFill>
                  <a:srgbClr val="0A0A0A"/>
                </a:solidFill>
              </a:rPr>
              <a:t>(obs)</a:t>
            </a:r>
            <a:endParaRPr sz="1500">
              <a:solidFill>
                <a:srgbClr val="0A0A0A"/>
              </a:solidFill>
            </a:endParaRPr>
          </a:p>
          <a:p>
            <a:pPr indent="0" lvl="0" marL="0" rtl="0" algn="l">
              <a:spcBef>
                <a:spcPts val="0"/>
              </a:spcBef>
              <a:spcAft>
                <a:spcPts val="0"/>
              </a:spcAft>
              <a:buNone/>
            </a:pPr>
            <a:r>
              <a:t/>
            </a:r>
            <a:endParaRPr sz="1500">
              <a:solidFill>
                <a:srgbClr val="0A0A0A"/>
              </a:solidFill>
              <a:highlight>
                <a:srgbClr val="FFFFFF"/>
              </a:highlight>
            </a:endParaRPr>
          </a:p>
          <a:p>
            <a:pPr indent="-323850" lvl="0" marL="457200" rtl="0" algn="l">
              <a:spcBef>
                <a:spcPts val="0"/>
              </a:spcBef>
              <a:spcAft>
                <a:spcPts val="0"/>
              </a:spcAft>
              <a:buSzPts val="1500"/>
              <a:buAutoNum type="arabicParenBoth"/>
            </a:pPr>
            <a:r>
              <a:rPr i="1" lang="en" sz="1500"/>
              <a:t>Source Loss (boundary condition: enforces  predicted traveltime at source location to be 0):</a:t>
            </a:r>
            <a:endParaRPr i="1" sz="1500"/>
          </a:p>
          <a:p>
            <a:pPr indent="457200" lvl="0" marL="0" rtl="0" algn="l">
              <a:spcBef>
                <a:spcPts val="0"/>
              </a:spcBef>
              <a:spcAft>
                <a:spcPts val="0"/>
              </a:spcAft>
              <a:buNone/>
            </a:pPr>
            <a:r>
              <a:rPr i="1" lang="en" sz="1500"/>
              <a:t>τ^ (x</a:t>
            </a:r>
            <a:r>
              <a:rPr baseline="-25000" i="1" lang="en" sz="1500"/>
              <a:t>s  </a:t>
            </a:r>
            <a:r>
              <a:rPr i="1" lang="en" sz="1500"/>
              <a:t>, z</a:t>
            </a:r>
            <a:r>
              <a:rPr baseline="-25000" i="1" lang="en" sz="1500"/>
              <a:t>s</a:t>
            </a:r>
            <a:r>
              <a:rPr i="1" lang="en" sz="1500"/>
              <a:t>) </a:t>
            </a:r>
            <a:r>
              <a:rPr lang="en" sz="1500">
                <a:solidFill>
                  <a:srgbClr val="0A0A0A"/>
                </a:solidFill>
              </a:rPr>
              <a:t>= 0 </a:t>
            </a:r>
            <a:endParaRPr sz="1500">
              <a:solidFill>
                <a:srgbClr val="0A0A0A"/>
              </a:solidFill>
            </a:endParaRPr>
          </a:p>
          <a:p>
            <a:pPr indent="0" lvl="0" marL="0" rtl="0" algn="l">
              <a:spcBef>
                <a:spcPts val="0"/>
              </a:spcBef>
              <a:spcAft>
                <a:spcPts val="0"/>
              </a:spcAft>
              <a:buNone/>
            </a:pPr>
            <a:r>
              <a:t/>
            </a:r>
            <a:endParaRPr sz="1500">
              <a:solidFill>
                <a:srgbClr val="0A0A0A"/>
              </a:solidFill>
              <a:highlight>
                <a:srgbClr val="FFFFFF"/>
              </a:highlight>
            </a:endParaRPr>
          </a:p>
          <a:p>
            <a:pPr indent="0" lvl="0" marL="0" rtl="0" algn="l">
              <a:spcBef>
                <a:spcPts val="0"/>
              </a:spcBef>
              <a:spcAft>
                <a:spcPts val="0"/>
              </a:spcAft>
              <a:buNone/>
            </a:pPr>
            <a:r>
              <a:t/>
            </a:r>
            <a:endParaRPr sz="1500">
              <a:solidFill>
                <a:srgbClr val="0A0A0A"/>
              </a:solidFill>
              <a:highlight>
                <a:srgbClr val="FFFFFF"/>
              </a:highlight>
            </a:endParaRPr>
          </a:p>
          <a:p>
            <a:pPr indent="0" lvl="0" marL="0" rtl="0" algn="l">
              <a:spcBef>
                <a:spcPts val="0"/>
              </a:spcBef>
              <a:spcAft>
                <a:spcPts val="0"/>
              </a:spcAft>
              <a:buNone/>
            </a:pPr>
            <a:r>
              <a:t/>
            </a:r>
            <a:endParaRPr i="1" sz="1500">
              <a:solidFill>
                <a:srgbClr val="0A0A0A"/>
              </a:solidFill>
              <a:highlight>
                <a:srgbClr val="FFFFFF"/>
              </a:highlight>
            </a:endParaRPr>
          </a:p>
          <a:p>
            <a:pPr indent="0" lvl="0" marL="0" rtl="0" algn="l">
              <a:spcBef>
                <a:spcPts val="0"/>
              </a:spcBef>
              <a:spcAft>
                <a:spcPts val="0"/>
              </a:spcAft>
              <a:buNone/>
            </a:pPr>
            <a:r>
              <a:t/>
            </a:r>
            <a:endParaRPr i="1" sz="1500"/>
          </a:p>
          <a:p>
            <a:pPr indent="0" lvl="0" marL="0" rtl="0" algn="l">
              <a:spcBef>
                <a:spcPts val="0"/>
              </a:spcBef>
              <a:spcAft>
                <a:spcPts val="0"/>
              </a:spcAft>
              <a:buNone/>
            </a:pPr>
            <a:r>
              <a:t/>
            </a:r>
            <a:endParaRPr i="1" sz="1500"/>
          </a:p>
          <a:p>
            <a:pPr indent="0" lvl="0" marL="0" rtl="0" algn="l">
              <a:spcBef>
                <a:spcPts val="0"/>
              </a:spcBef>
              <a:spcAft>
                <a:spcPts val="0"/>
              </a:spcAft>
              <a:buNone/>
            </a:pPr>
            <a:r>
              <a:t/>
            </a:r>
            <a:endParaRPr i="1" sz="1500"/>
          </a:p>
          <a:p>
            <a:pPr indent="0" lvl="0" marL="0" rtl="0" algn="l">
              <a:spcBef>
                <a:spcPts val="0"/>
              </a:spcBef>
              <a:spcAft>
                <a:spcPts val="0"/>
              </a:spcAft>
              <a:buNone/>
            </a:pPr>
            <a:r>
              <a:t/>
            </a:r>
            <a:endParaRPr i="1" sz="1500"/>
          </a:p>
          <a:p>
            <a:pPr indent="0" lvl="0" marL="0" rtl="0" algn="l">
              <a:lnSpc>
                <a:spcPct val="115000"/>
              </a:lnSpc>
              <a:spcBef>
                <a:spcPts val="0"/>
              </a:spcBef>
              <a:spcAft>
                <a:spcPts val="0"/>
              </a:spcAft>
              <a:buNone/>
            </a:pPr>
            <a:r>
              <a:t/>
            </a:r>
            <a:endParaRPr i="1" sz="1500"/>
          </a:p>
          <a:p>
            <a:pPr indent="0" lvl="0" marL="0" rtl="0" algn="l">
              <a:lnSpc>
                <a:spcPct val="115000"/>
              </a:lnSpc>
              <a:spcBef>
                <a:spcPts val="0"/>
              </a:spcBef>
              <a:spcAft>
                <a:spcPts val="0"/>
              </a:spcAft>
              <a:buNone/>
            </a:pPr>
            <a:r>
              <a:t/>
            </a:r>
            <a:endParaRPr sz="1500"/>
          </a:p>
          <a:p>
            <a:pPr indent="0" lvl="0" marL="0" rtl="0" algn="ctr">
              <a:spcBef>
                <a:spcPts val="0"/>
              </a:spcBef>
              <a:spcAft>
                <a:spcPts val="0"/>
              </a:spcAft>
              <a:buNone/>
            </a:pPr>
            <a:r>
              <a:t/>
            </a:r>
            <a:endParaRPr sz="1500"/>
          </a:p>
          <a:p>
            <a:pPr indent="0" lvl="0" marL="0" rtl="0" algn="ctr">
              <a:spcBef>
                <a:spcPts val="0"/>
              </a:spcBef>
              <a:spcAft>
                <a:spcPts val="0"/>
              </a:spcAft>
              <a:buNone/>
            </a:pPr>
            <a:r>
              <a:t/>
            </a:r>
            <a:endParaRPr sz="1500"/>
          </a:p>
        </p:txBody>
      </p:sp>
      <p:sp>
        <p:nvSpPr>
          <p:cNvPr id="378" name="Google Shape;378;p46"/>
          <p:cNvSpPr txBox="1"/>
          <p:nvPr/>
        </p:nvSpPr>
        <p:spPr>
          <a:xfrm>
            <a:off x="337125" y="1294375"/>
            <a:ext cx="3660900" cy="3435000"/>
          </a:xfrm>
          <a:prstGeom prst="rect">
            <a:avLst/>
          </a:prstGeom>
          <a:noFill/>
          <a:ln cap="flat" cmpd="sng" w="9525">
            <a:solidFill>
              <a:srgbClr val="0A0A0A"/>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i="1" lang="en" sz="1900">
                <a:solidFill>
                  <a:srgbClr val="0A0A0A"/>
                </a:solidFill>
                <a:latin typeface="Commissioner"/>
                <a:ea typeface="Commissioner"/>
                <a:cs typeface="Commissioner"/>
                <a:sym typeface="Commissioner"/>
              </a:rPr>
              <a:t>L = w</a:t>
            </a:r>
            <a:r>
              <a:rPr b="1" baseline="-25000" i="1" lang="en" sz="1900">
                <a:solidFill>
                  <a:srgbClr val="0A0A0A"/>
                </a:solidFill>
                <a:latin typeface="Commissioner"/>
                <a:ea typeface="Commissioner"/>
                <a:cs typeface="Commissioner"/>
                <a:sym typeface="Commissioner"/>
              </a:rPr>
              <a:t>pde</a:t>
            </a:r>
            <a:r>
              <a:rPr b="1" i="1" lang="en" sz="1900">
                <a:solidFill>
                  <a:srgbClr val="0A0A0A"/>
                </a:solidFill>
                <a:latin typeface="Commissioner"/>
                <a:ea typeface="Commissioner"/>
                <a:cs typeface="Commissioner"/>
                <a:sym typeface="Commissioner"/>
              </a:rPr>
              <a:t>L</a:t>
            </a:r>
            <a:r>
              <a:rPr b="1" baseline="-25000" i="1" lang="en" sz="1900">
                <a:solidFill>
                  <a:srgbClr val="0A0A0A"/>
                </a:solidFill>
                <a:latin typeface="Commissioner"/>
                <a:ea typeface="Commissioner"/>
                <a:cs typeface="Commissioner"/>
                <a:sym typeface="Commissioner"/>
              </a:rPr>
              <a:t>pde </a:t>
            </a:r>
            <a:r>
              <a:rPr b="1" i="1" lang="en" sz="1900">
                <a:solidFill>
                  <a:srgbClr val="0A0A0A"/>
                </a:solidFill>
                <a:latin typeface="Commissioner"/>
                <a:ea typeface="Commissioner"/>
                <a:cs typeface="Commissioner"/>
                <a:sym typeface="Commissioner"/>
              </a:rPr>
              <a:t>+  w</a:t>
            </a:r>
            <a:r>
              <a:rPr b="1" baseline="-25000" i="1" lang="en" sz="1900">
                <a:solidFill>
                  <a:srgbClr val="0A0A0A"/>
                </a:solidFill>
                <a:latin typeface="Commissioner"/>
                <a:ea typeface="Commissioner"/>
                <a:cs typeface="Commissioner"/>
                <a:sym typeface="Commissioner"/>
              </a:rPr>
              <a:t>data</a:t>
            </a:r>
            <a:r>
              <a:rPr b="1" i="1" lang="en" sz="1900">
                <a:solidFill>
                  <a:srgbClr val="0A0A0A"/>
                </a:solidFill>
                <a:latin typeface="Commissioner"/>
                <a:ea typeface="Commissioner"/>
                <a:cs typeface="Commissioner"/>
                <a:sym typeface="Commissioner"/>
              </a:rPr>
              <a:t>L</a:t>
            </a:r>
            <a:r>
              <a:rPr b="1" baseline="-25000" i="1" lang="en" sz="1900">
                <a:solidFill>
                  <a:srgbClr val="0A0A0A"/>
                </a:solidFill>
                <a:latin typeface="Commissioner"/>
                <a:ea typeface="Commissioner"/>
                <a:cs typeface="Commissioner"/>
                <a:sym typeface="Commissioner"/>
              </a:rPr>
              <a:t>data</a:t>
            </a:r>
            <a:r>
              <a:rPr b="1" i="1" lang="en" sz="1900">
                <a:solidFill>
                  <a:srgbClr val="0A0A0A"/>
                </a:solidFill>
                <a:latin typeface="Commissioner"/>
                <a:ea typeface="Commissioner"/>
                <a:cs typeface="Commissioner"/>
                <a:sym typeface="Commissioner"/>
              </a:rPr>
              <a:t> +  w</a:t>
            </a:r>
            <a:r>
              <a:rPr b="1" baseline="-25000" i="1" lang="en" sz="1900">
                <a:solidFill>
                  <a:srgbClr val="0A0A0A"/>
                </a:solidFill>
                <a:latin typeface="Commissioner"/>
                <a:ea typeface="Commissioner"/>
                <a:cs typeface="Commissioner"/>
                <a:sym typeface="Commissioner"/>
              </a:rPr>
              <a:t>src</a:t>
            </a:r>
            <a:r>
              <a:rPr b="1" i="1" lang="en" sz="1900">
                <a:solidFill>
                  <a:srgbClr val="0A0A0A"/>
                </a:solidFill>
                <a:latin typeface="Commissioner"/>
                <a:ea typeface="Commissioner"/>
                <a:cs typeface="Commissioner"/>
                <a:sym typeface="Commissioner"/>
              </a:rPr>
              <a:t>L</a:t>
            </a:r>
            <a:r>
              <a:rPr b="1" baseline="-25000" i="1" lang="en" sz="1900">
                <a:solidFill>
                  <a:srgbClr val="0A0A0A"/>
                </a:solidFill>
                <a:latin typeface="Commissioner"/>
                <a:ea typeface="Commissioner"/>
                <a:cs typeface="Commissioner"/>
                <a:sym typeface="Commissioner"/>
              </a:rPr>
              <a:t>src</a:t>
            </a:r>
            <a:endParaRPr b="1" baseline="-25000" i="1" sz="1900">
              <a:solidFill>
                <a:srgbClr val="0A0A0A"/>
              </a:solidFill>
              <a:latin typeface="Commissioner"/>
              <a:ea typeface="Commissioner"/>
              <a:cs typeface="Commissioner"/>
              <a:sym typeface="Commissioner"/>
            </a:endParaRPr>
          </a:p>
          <a:p>
            <a:pPr indent="0" lvl="0" marL="0" rtl="0" algn="l">
              <a:lnSpc>
                <a:spcPct val="200000"/>
              </a:lnSpc>
              <a:spcBef>
                <a:spcPts val="0"/>
              </a:spcBef>
              <a:spcAft>
                <a:spcPts val="0"/>
              </a:spcAft>
              <a:buNone/>
            </a:pPr>
            <a:r>
              <a:rPr lang="en" sz="1600">
                <a:solidFill>
                  <a:srgbClr val="0A0A0A"/>
                </a:solidFill>
                <a:latin typeface="Commissioner"/>
                <a:ea typeface="Commissioner"/>
                <a:cs typeface="Commissioner"/>
                <a:sym typeface="Commissioner"/>
              </a:rPr>
              <a:t>where w</a:t>
            </a:r>
            <a:r>
              <a:rPr baseline="-25000" lang="en" sz="1600">
                <a:solidFill>
                  <a:srgbClr val="0A0A0A"/>
                </a:solidFill>
                <a:latin typeface="Commissioner"/>
                <a:ea typeface="Commissioner"/>
                <a:cs typeface="Commissioner"/>
                <a:sym typeface="Commissioner"/>
              </a:rPr>
              <a:t>pde</a:t>
            </a:r>
            <a:r>
              <a:rPr lang="en" sz="1600">
                <a:solidFill>
                  <a:srgbClr val="0A0A0A"/>
                </a:solidFill>
                <a:latin typeface="Commissioner"/>
                <a:ea typeface="Commissioner"/>
                <a:cs typeface="Commissioner"/>
                <a:sym typeface="Commissioner"/>
              </a:rPr>
              <a:t>, w</a:t>
            </a:r>
            <a:r>
              <a:rPr baseline="-25000" lang="en" sz="1600">
                <a:solidFill>
                  <a:srgbClr val="0A0A0A"/>
                </a:solidFill>
                <a:latin typeface="Commissioner"/>
                <a:ea typeface="Commissioner"/>
                <a:cs typeface="Commissioner"/>
                <a:sym typeface="Commissioner"/>
              </a:rPr>
              <a:t>data</a:t>
            </a:r>
            <a:r>
              <a:rPr lang="en" sz="1600">
                <a:solidFill>
                  <a:srgbClr val="0A0A0A"/>
                </a:solidFill>
                <a:latin typeface="Commissioner"/>
                <a:ea typeface="Commissioner"/>
                <a:cs typeface="Commissioner"/>
                <a:sym typeface="Commissioner"/>
              </a:rPr>
              <a:t> are learnable loss weights to let the model figure out how strongly to enforce PDE and data conditions</a:t>
            </a:r>
            <a:endParaRPr sz="1600">
              <a:solidFill>
                <a:srgbClr val="0A0A0A"/>
              </a:solidFill>
              <a:latin typeface="Commissioner"/>
              <a:ea typeface="Commissioner"/>
              <a:cs typeface="Commissioner"/>
              <a:sym typeface="Commissioner"/>
            </a:endParaRPr>
          </a:p>
          <a:p>
            <a:pPr indent="-330200" lvl="0" marL="457200" rtl="0" algn="l">
              <a:lnSpc>
                <a:spcPct val="200000"/>
              </a:lnSpc>
              <a:spcBef>
                <a:spcPts val="0"/>
              </a:spcBef>
              <a:spcAft>
                <a:spcPts val="0"/>
              </a:spcAft>
              <a:buClr>
                <a:srgbClr val="0A0A0A"/>
              </a:buClr>
              <a:buSzPts val="1600"/>
              <a:buFont typeface="Commissioner"/>
              <a:buChar char="-"/>
            </a:pPr>
            <a:r>
              <a:rPr lang="en" sz="1600">
                <a:solidFill>
                  <a:srgbClr val="0A0A0A"/>
                </a:solidFill>
                <a:latin typeface="Commissioner"/>
                <a:ea typeface="Commissioner"/>
                <a:cs typeface="Commissioner"/>
                <a:sym typeface="Commissioner"/>
              </a:rPr>
              <a:t>Also apply weight schedule on w</a:t>
            </a:r>
            <a:r>
              <a:rPr baseline="-25000" lang="en" sz="1600">
                <a:solidFill>
                  <a:srgbClr val="0A0A0A"/>
                </a:solidFill>
                <a:latin typeface="Commissioner"/>
                <a:ea typeface="Commissioner"/>
                <a:cs typeface="Commissioner"/>
                <a:sym typeface="Commissioner"/>
              </a:rPr>
              <a:t>src</a:t>
            </a:r>
            <a:r>
              <a:rPr lang="en" sz="1600">
                <a:solidFill>
                  <a:srgbClr val="0A0A0A"/>
                </a:solidFill>
                <a:latin typeface="Commissioner"/>
                <a:ea typeface="Commissioner"/>
                <a:cs typeface="Commissioner"/>
                <a:sym typeface="Commissioner"/>
              </a:rPr>
              <a:t>, starts lower then increases</a:t>
            </a:r>
            <a:endParaRPr sz="1600">
              <a:solidFill>
                <a:srgbClr val="0A0A0A"/>
              </a:solidFill>
              <a:latin typeface="Commissioner"/>
              <a:ea typeface="Commissioner"/>
              <a:cs typeface="Commissioner"/>
              <a:sym typeface="Commissioner"/>
            </a:endParaRPr>
          </a:p>
          <a:p>
            <a:pPr indent="0" lvl="0" marL="0" rtl="0" algn="l">
              <a:spcBef>
                <a:spcPts val="0"/>
              </a:spcBef>
              <a:spcAft>
                <a:spcPts val="0"/>
              </a:spcAft>
              <a:buNone/>
            </a:pPr>
            <a:r>
              <a:t/>
            </a:r>
            <a:endParaRPr baseline="-25000" sz="1800">
              <a:solidFill>
                <a:srgbClr val="0A0A0A"/>
              </a:solidFill>
              <a:latin typeface="Commissioner"/>
              <a:ea typeface="Commissioner"/>
              <a:cs typeface="Commissioner"/>
              <a:sym typeface="Commissioner"/>
            </a:endParaRPr>
          </a:p>
          <a:p>
            <a:pPr indent="0" lvl="0" marL="0" rtl="0" algn="l">
              <a:spcBef>
                <a:spcPts val="0"/>
              </a:spcBef>
              <a:spcAft>
                <a:spcPts val="0"/>
              </a:spcAft>
              <a:buNone/>
            </a:pPr>
            <a:r>
              <a:t/>
            </a:r>
            <a:endParaRPr baseline="30000" sz="1800">
              <a:solidFill>
                <a:srgbClr val="0A0A0A"/>
              </a:solidFill>
              <a:latin typeface="Commissioner"/>
              <a:ea typeface="Commissioner"/>
              <a:cs typeface="Commissioner"/>
              <a:sym typeface="Commissioner"/>
            </a:endParaRPr>
          </a:p>
          <a:p>
            <a:pPr indent="0" lvl="0" marL="0" rtl="0" algn="l">
              <a:spcBef>
                <a:spcPts val="0"/>
              </a:spcBef>
              <a:spcAft>
                <a:spcPts val="0"/>
              </a:spcAft>
              <a:buNone/>
            </a:pPr>
            <a:r>
              <a:t/>
            </a:r>
            <a:endParaRPr sz="1500">
              <a:solidFill>
                <a:srgbClr val="0A0A0A"/>
              </a:solidFill>
              <a:latin typeface="Commissioner"/>
              <a:ea typeface="Commissioner"/>
              <a:cs typeface="Commissioner"/>
              <a:sym typeface="Commissioner"/>
            </a:endParaRPr>
          </a:p>
          <a:p>
            <a:pPr indent="0" lvl="0" marL="0" rtl="0" algn="l">
              <a:spcBef>
                <a:spcPts val="0"/>
              </a:spcBef>
              <a:spcAft>
                <a:spcPts val="0"/>
              </a:spcAft>
              <a:buNone/>
            </a:pPr>
            <a:r>
              <a:t/>
            </a:r>
            <a:endParaRPr baseline="-25000" sz="1500">
              <a:solidFill>
                <a:srgbClr val="0A0A0A"/>
              </a:solidFill>
              <a:latin typeface="Commissioner"/>
              <a:ea typeface="Commissioner"/>
              <a:cs typeface="Commissioner"/>
              <a:sym typeface="Commissioner"/>
            </a:endParaRPr>
          </a:p>
          <a:p>
            <a:pPr indent="0" lvl="0" marL="0" rtl="0" algn="l">
              <a:spcBef>
                <a:spcPts val="0"/>
              </a:spcBef>
              <a:spcAft>
                <a:spcPts val="0"/>
              </a:spcAft>
              <a:buNone/>
            </a:pPr>
            <a:r>
              <a:t/>
            </a:r>
            <a:endParaRPr sz="1500">
              <a:solidFill>
                <a:srgbClr val="0A0A0A"/>
              </a:solidFill>
              <a:latin typeface="Commissioner"/>
              <a:ea typeface="Commissioner"/>
              <a:cs typeface="Commissioner"/>
              <a:sym typeface="Commission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Loss Components</a:t>
            </a:r>
            <a:endParaRPr/>
          </a:p>
        </p:txBody>
      </p:sp>
      <p:pic>
        <p:nvPicPr>
          <p:cNvPr id="384" name="Google Shape;384;p47" title="Screenshot 2025-12-06 at 10.50.15 PM.png"/>
          <p:cNvPicPr preferRelativeResize="0"/>
          <p:nvPr/>
        </p:nvPicPr>
        <p:blipFill>
          <a:blip r:embed="rId3">
            <a:alphaModFix/>
          </a:blip>
          <a:stretch>
            <a:fillRect/>
          </a:stretch>
        </p:blipFill>
        <p:spPr>
          <a:xfrm>
            <a:off x="607400" y="1397927"/>
            <a:ext cx="7065700" cy="738036"/>
          </a:xfrm>
          <a:prstGeom prst="rect">
            <a:avLst/>
          </a:prstGeom>
          <a:noFill/>
          <a:ln>
            <a:noFill/>
          </a:ln>
        </p:spPr>
      </p:pic>
      <p:pic>
        <p:nvPicPr>
          <p:cNvPr id="385" name="Google Shape;385;p47" title="Screenshot 2025-12-06 at 10.50.31 PM.png"/>
          <p:cNvPicPr preferRelativeResize="0"/>
          <p:nvPr/>
        </p:nvPicPr>
        <p:blipFill>
          <a:blip r:embed="rId4">
            <a:alphaModFix/>
          </a:blip>
          <a:stretch>
            <a:fillRect/>
          </a:stretch>
        </p:blipFill>
        <p:spPr>
          <a:xfrm>
            <a:off x="483125" y="2513362"/>
            <a:ext cx="7710862" cy="738025"/>
          </a:xfrm>
          <a:prstGeom prst="rect">
            <a:avLst/>
          </a:prstGeom>
          <a:noFill/>
          <a:ln>
            <a:noFill/>
          </a:ln>
        </p:spPr>
      </p:pic>
      <p:pic>
        <p:nvPicPr>
          <p:cNvPr id="386" name="Google Shape;386;p47" title="Screenshot 2025-12-06 at 10.51.01 PM.png"/>
          <p:cNvPicPr preferRelativeResize="0"/>
          <p:nvPr/>
        </p:nvPicPr>
        <p:blipFill>
          <a:blip r:embed="rId5">
            <a:alphaModFix/>
          </a:blip>
          <a:stretch>
            <a:fillRect/>
          </a:stretch>
        </p:blipFill>
        <p:spPr>
          <a:xfrm>
            <a:off x="479800" y="3700808"/>
            <a:ext cx="7950924" cy="618792"/>
          </a:xfrm>
          <a:prstGeom prst="rect">
            <a:avLst/>
          </a:prstGeom>
          <a:noFill/>
          <a:ln>
            <a:noFill/>
          </a:ln>
        </p:spPr>
      </p:pic>
      <p:sp>
        <p:nvSpPr>
          <p:cNvPr id="387" name="Google Shape;387;p47"/>
          <p:cNvSpPr txBox="1"/>
          <p:nvPr/>
        </p:nvSpPr>
        <p:spPr>
          <a:xfrm>
            <a:off x="264575" y="978950"/>
            <a:ext cx="5292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Commissioner"/>
                <a:ea typeface="Commissioner"/>
                <a:cs typeface="Commissioner"/>
                <a:sym typeface="Commissioner"/>
              </a:rPr>
              <a:t>(1)</a:t>
            </a:r>
            <a:endParaRPr sz="1600">
              <a:solidFill>
                <a:schemeClr val="dk1"/>
              </a:solidFill>
              <a:latin typeface="Commissioner"/>
              <a:ea typeface="Commissioner"/>
              <a:cs typeface="Commissioner"/>
              <a:sym typeface="Commissioner"/>
            </a:endParaRPr>
          </a:p>
        </p:txBody>
      </p:sp>
      <p:sp>
        <p:nvSpPr>
          <p:cNvPr id="388" name="Google Shape;388;p47"/>
          <p:cNvSpPr txBox="1"/>
          <p:nvPr/>
        </p:nvSpPr>
        <p:spPr>
          <a:xfrm>
            <a:off x="184025" y="2234975"/>
            <a:ext cx="5292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Commissioner"/>
                <a:ea typeface="Commissioner"/>
                <a:cs typeface="Commissioner"/>
                <a:sym typeface="Commissioner"/>
              </a:rPr>
              <a:t>(2)</a:t>
            </a:r>
            <a:endParaRPr sz="1600">
              <a:solidFill>
                <a:schemeClr val="dk1"/>
              </a:solidFill>
              <a:latin typeface="Commissioner"/>
              <a:ea typeface="Commissioner"/>
              <a:cs typeface="Commissioner"/>
              <a:sym typeface="Commissioner"/>
            </a:endParaRPr>
          </a:p>
        </p:txBody>
      </p:sp>
      <p:sp>
        <p:nvSpPr>
          <p:cNvPr id="389" name="Google Shape;389;p47"/>
          <p:cNvSpPr txBox="1"/>
          <p:nvPr/>
        </p:nvSpPr>
        <p:spPr>
          <a:xfrm>
            <a:off x="264575" y="3251400"/>
            <a:ext cx="5292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Commissioner"/>
                <a:ea typeface="Commissioner"/>
                <a:cs typeface="Commissioner"/>
                <a:sym typeface="Commissioner"/>
              </a:rPr>
              <a:t>(3)</a:t>
            </a:r>
            <a:endParaRPr sz="1600">
              <a:solidFill>
                <a:schemeClr val="dk1"/>
              </a:solidFill>
              <a:latin typeface="Commissioner"/>
              <a:ea typeface="Commissioner"/>
              <a:cs typeface="Commissioner"/>
              <a:sym typeface="Commission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pSp>
        <p:nvGrpSpPr>
          <p:cNvPr id="394" name="Google Shape;394;p48"/>
          <p:cNvGrpSpPr/>
          <p:nvPr/>
        </p:nvGrpSpPr>
        <p:grpSpPr>
          <a:xfrm>
            <a:off x="0" y="0"/>
            <a:ext cx="2473800" cy="4131000"/>
            <a:chOff x="0" y="0"/>
            <a:chExt cx="2473800" cy="4131000"/>
          </a:xfrm>
        </p:grpSpPr>
        <p:sp>
          <p:nvSpPr>
            <p:cNvPr id="395" name="Google Shape;395;p48"/>
            <p:cNvSpPr/>
            <p:nvPr/>
          </p:nvSpPr>
          <p:spPr>
            <a:xfrm>
              <a:off x="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6" name="Google Shape;396;p48"/>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397" name="Google Shape;397;p48"/>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RL + Adaptive Residual Sampling</a:t>
            </a:r>
            <a:endParaRPr/>
          </a:p>
        </p:txBody>
      </p:sp>
      <p:sp>
        <p:nvSpPr>
          <p:cNvPr id="398" name="Google Shape;398;p48"/>
          <p:cNvSpPr txBox="1"/>
          <p:nvPr>
            <p:ph idx="2" type="title"/>
          </p:nvPr>
        </p:nvSpPr>
        <p:spPr>
          <a:xfrm>
            <a:off x="1512075" y="1012500"/>
            <a:ext cx="1076100" cy="87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9"/>
          <p:cNvSpPr txBox="1"/>
          <p:nvPr>
            <p:ph type="title"/>
          </p:nvPr>
        </p:nvSpPr>
        <p:spPr>
          <a:xfrm>
            <a:off x="713250" y="20260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RL </a:t>
            </a:r>
            <a:endParaRPr/>
          </a:p>
        </p:txBody>
      </p:sp>
      <p:sp>
        <p:nvSpPr>
          <p:cNvPr id="404" name="Google Shape;404;p49"/>
          <p:cNvSpPr txBox="1"/>
          <p:nvPr>
            <p:ph idx="1" type="subTitle"/>
          </p:nvPr>
        </p:nvSpPr>
        <p:spPr>
          <a:xfrm>
            <a:off x="158775" y="800375"/>
            <a:ext cx="8733600" cy="40812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Standard Heuristics are Limited</a:t>
            </a:r>
            <a:endParaRPr sz="2000"/>
          </a:p>
          <a:p>
            <a:pPr indent="-355600" lvl="0" marL="457200" rtl="0" algn="l">
              <a:lnSpc>
                <a:spcPct val="115000"/>
              </a:lnSpc>
              <a:spcBef>
                <a:spcPts val="0"/>
              </a:spcBef>
              <a:spcAft>
                <a:spcPts val="0"/>
              </a:spcAft>
              <a:buSzPts val="2000"/>
              <a:buChar char="-"/>
            </a:pPr>
            <a:r>
              <a:rPr lang="en" sz="2000"/>
              <a:t>Random ⇒ Wasted Computation on “easy” areas</a:t>
            </a:r>
            <a:endParaRPr sz="2000"/>
          </a:p>
          <a:p>
            <a:pPr indent="-355600" lvl="0" marL="457200" rtl="0" algn="l">
              <a:lnSpc>
                <a:spcPct val="115000"/>
              </a:lnSpc>
              <a:spcBef>
                <a:spcPts val="0"/>
              </a:spcBef>
              <a:spcAft>
                <a:spcPts val="0"/>
              </a:spcAft>
              <a:buSzPts val="2000"/>
              <a:buChar char="-"/>
            </a:pPr>
            <a:r>
              <a:rPr lang="en" sz="2000"/>
              <a:t>Residual Sampling ⇒Resamples noisy gradients &amp; singularities inhibiting global convergence</a:t>
            </a:r>
            <a:endParaRPr sz="2000"/>
          </a:p>
          <a:p>
            <a:pPr indent="-355600" lvl="0" marL="457200" rtl="0" algn="l">
              <a:lnSpc>
                <a:spcPct val="115000"/>
              </a:lnSpc>
              <a:spcBef>
                <a:spcPts val="0"/>
              </a:spcBef>
              <a:spcAft>
                <a:spcPts val="0"/>
              </a:spcAft>
              <a:buSzPts val="2000"/>
              <a:buChar char="-"/>
            </a:pPr>
            <a:r>
              <a:rPr lang="en" sz="2000"/>
              <a:t>Goal: Replacing rules with policy for faster long-term convergence</a:t>
            </a:r>
            <a:endParaRPr sz="2000"/>
          </a:p>
        </p:txBody>
      </p:sp>
      <p:pic>
        <p:nvPicPr>
          <p:cNvPr id="405" name="Google Shape;405;p49" title="download (6).png"/>
          <p:cNvPicPr preferRelativeResize="0"/>
          <p:nvPr/>
        </p:nvPicPr>
        <p:blipFill>
          <a:blip r:embed="rId3">
            <a:alphaModFix/>
          </a:blip>
          <a:stretch>
            <a:fillRect/>
          </a:stretch>
        </p:blipFill>
        <p:spPr>
          <a:xfrm>
            <a:off x="1731513" y="2733375"/>
            <a:ext cx="5588127" cy="2384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0"/>
          <p:cNvSpPr txBox="1"/>
          <p:nvPr>
            <p:ph type="title"/>
          </p:nvPr>
        </p:nvSpPr>
        <p:spPr>
          <a:xfrm>
            <a:off x="435400" y="325150"/>
            <a:ext cx="80709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Residual Sampling vs. RL Sampling </a:t>
            </a:r>
            <a:endParaRPr/>
          </a:p>
        </p:txBody>
      </p:sp>
      <p:sp>
        <p:nvSpPr>
          <p:cNvPr id="411" name="Google Shape;411;p50"/>
          <p:cNvSpPr txBox="1"/>
          <p:nvPr/>
        </p:nvSpPr>
        <p:spPr>
          <a:xfrm>
            <a:off x="435400" y="1121375"/>
            <a:ext cx="3453900" cy="3879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latin typeface="Commissioner"/>
                <a:ea typeface="Commissioner"/>
                <a:cs typeface="Commissioner"/>
                <a:sym typeface="Commissioner"/>
              </a:rPr>
              <a:t>Adaptive Residual Sampling</a:t>
            </a:r>
            <a:endParaRPr b="1" sz="1500">
              <a:latin typeface="Commissioner"/>
              <a:ea typeface="Commissioner"/>
              <a:cs typeface="Commissioner"/>
              <a:sym typeface="Commissioner"/>
            </a:endParaRPr>
          </a:p>
          <a:p>
            <a:pPr indent="-323850" lvl="0" marL="457200" rtl="0" algn="l">
              <a:lnSpc>
                <a:spcPct val="150000"/>
              </a:lnSpc>
              <a:spcBef>
                <a:spcPts val="0"/>
              </a:spcBef>
              <a:spcAft>
                <a:spcPts val="0"/>
              </a:spcAft>
              <a:buSzPts val="1500"/>
              <a:buFont typeface="Commissioner"/>
              <a:buChar char="-"/>
            </a:pPr>
            <a:r>
              <a:rPr b="1" lang="en" sz="1500">
                <a:latin typeface="Commissioner"/>
                <a:ea typeface="Commissioner"/>
                <a:cs typeface="Commissioner"/>
                <a:sym typeface="Commissioner"/>
              </a:rPr>
              <a:t>Instead of always randomly sampling points to train, every 100 epochs we choose collocation points based on where PINN violates physics the most</a:t>
            </a:r>
            <a:endParaRPr b="1" sz="1500">
              <a:latin typeface="Commissioner"/>
              <a:ea typeface="Commissioner"/>
              <a:cs typeface="Commissioner"/>
              <a:sym typeface="Commissioner"/>
            </a:endParaRPr>
          </a:p>
          <a:p>
            <a:pPr indent="-323850" lvl="0" marL="457200" rtl="0" algn="l">
              <a:lnSpc>
                <a:spcPct val="150000"/>
              </a:lnSpc>
              <a:spcBef>
                <a:spcPts val="0"/>
              </a:spcBef>
              <a:spcAft>
                <a:spcPts val="0"/>
              </a:spcAft>
              <a:buSzPts val="1500"/>
              <a:buFont typeface="Commissioner"/>
              <a:buChar char="-"/>
            </a:pPr>
            <a:r>
              <a:rPr lang="en" sz="1500">
                <a:latin typeface="Commissioner"/>
                <a:ea typeface="Commissioner"/>
                <a:cs typeface="Commissioner"/>
                <a:sym typeface="Commissioner"/>
              </a:rPr>
              <a:t>Turn point-wise PDE residuals into a probability distribution, sample from this distribution to get training points</a:t>
            </a:r>
            <a:endParaRPr sz="1500">
              <a:latin typeface="Commissioner"/>
              <a:ea typeface="Commissioner"/>
              <a:cs typeface="Commissioner"/>
              <a:sym typeface="Commissioner"/>
            </a:endParaRPr>
          </a:p>
        </p:txBody>
      </p:sp>
      <p:sp>
        <p:nvSpPr>
          <p:cNvPr id="412" name="Google Shape;412;p50"/>
          <p:cNvSpPr txBox="1"/>
          <p:nvPr/>
        </p:nvSpPr>
        <p:spPr>
          <a:xfrm>
            <a:off x="4460625" y="1121375"/>
            <a:ext cx="3704100" cy="3532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500">
                <a:solidFill>
                  <a:srgbClr val="0A0A0A"/>
                </a:solidFill>
                <a:latin typeface="Commissioner"/>
                <a:ea typeface="Commissioner"/>
                <a:cs typeface="Commissioner"/>
                <a:sym typeface="Commissioner"/>
              </a:rPr>
              <a:t>RL Sampling w/ PPO</a:t>
            </a:r>
            <a:endParaRPr b="1" sz="1500">
              <a:solidFill>
                <a:srgbClr val="0A0A0A"/>
              </a:solidFill>
              <a:latin typeface="Commissioner"/>
              <a:ea typeface="Commissioner"/>
              <a:cs typeface="Commissioner"/>
              <a:sym typeface="Commissioner"/>
            </a:endParaRPr>
          </a:p>
          <a:p>
            <a:pPr indent="-323850" lvl="0" marL="457200" rtl="0" algn="l">
              <a:lnSpc>
                <a:spcPct val="150000"/>
              </a:lnSpc>
              <a:spcBef>
                <a:spcPts val="0"/>
              </a:spcBef>
              <a:spcAft>
                <a:spcPts val="0"/>
              </a:spcAft>
              <a:buClr>
                <a:srgbClr val="0A0A0A"/>
              </a:buClr>
              <a:buSzPts val="1500"/>
              <a:buFont typeface="Commissioner"/>
              <a:buChar char="-"/>
            </a:pPr>
            <a:r>
              <a:rPr b="1" lang="en" sz="1500">
                <a:solidFill>
                  <a:srgbClr val="0A0A0A"/>
                </a:solidFill>
                <a:latin typeface="Commissioner"/>
                <a:ea typeface="Commissioner"/>
                <a:cs typeface="Commissioner"/>
                <a:sym typeface="Commissioner"/>
              </a:rPr>
              <a:t>Framing: </a:t>
            </a:r>
            <a:r>
              <a:rPr lang="en" sz="1500">
                <a:solidFill>
                  <a:srgbClr val="0A0A0A"/>
                </a:solidFill>
                <a:latin typeface="Commissioner"/>
                <a:ea typeface="Commissioner"/>
                <a:cs typeface="Commissioner"/>
                <a:sym typeface="Commissioner"/>
              </a:rPr>
              <a:t>Collocation Point Selection as seq. decision making problem</a:t>
            </a:r>
            <a:endParaRPr sz="1500">
              <a:solidFill>
                <a:srgbClr val="0A0A0A"/>
              </a:solidFill>
              <a:latin typeface="Commissioner"/>
              <a:ea typeface="Commissioner"/>
              <a:cs typeface="Commissioner"/>
              <a:sym typeface="Commissioner"/>
            </a:endParaRPr>
          </a:p>
          <a:p>
            <a:pPr indent="-323850" lvl="0" marL="457200" rtl="0" algn="l">
              <a:lnSpc>
                <a:spcPct val="150000"/>
              </a:lnSpc>
              <a:spcBef>
                <a:spcPts val="0"/>
              </a:spcBef>
              <a:spcAft>
                <a:spcPts val="0"/>
              </a:spcAft>
              <a:buClr>
                <a:srgbClr val="0A0A0A"/>
              </a:buClr>
              <a:buSzPts val="1500"/>
              <a:buFont typeface="Commissioner"/>
              <a:buChar char="-"/>
            </a:pPr>
            <a:r>
              <a:rPr b="1" lang="en" sz="1500">
                <a:solidFill>
                  <a:srgbClr val="0A0A0A"/>
                </a:solidFill>
                <a:latin typeface="Commissioner"/>
                <a:ea typeface="Commissioner"/>
                <a:cs typeface="Commissioner"/>
                <a:sym typeface="Commissioner"/>
              </a:rPr>
              <a:t>State:</a:t>
            </a:r>
            <a:r>
              <a:rPr lang="en" sz="1500">
                <a:solidFill>
                  <a:srgbClr val="0A0A0A"/>
                </a:solidFill>
                <a:latin typeface="Commissioner"/>
                <a:ea typeface="Commissioner"/>
                <a:cs typeface="Commissioner"/>
                <a:sym typeface="Commissioner"/>
              </a:rPr>
              <a:t> PDE Residuals at fixed candidates + current loss values</a:t>
            </a:r>
            <a:endParaRPr sz="1500">
              <a:solidFill>
                <a:srgbClr val="0A0A0A"/>
              </a:solidFill>
              <a:latin typeface="Commissioner"/>
              <a:ea typeface="Commissioner"/>
              <a:cs typeface="Commissioner"/>
              <a:sym typeface="Commissioner"/>
            </a:endParaRPr>
          </a:p>
          <a:p>
            <a:pPr indent="-323850" lvl="0" marL="457200" rtl="0" algn="l">
              <a:lnSpc>
                <a:spcPct val="150000"/>
              </a:lnSpc>
              <a:spcBef>
                <a:spcPts val="0"/>
              </a:spcBef>
              <a:spcAft>
                <a:spcPts val="0"/>
              </a:spcAft>
              <a:buClr>
                <a:srgbClr val="0A0A0A"/>
              </a:buClr>
              <a:buSzPts val="1500"/>
              <a:buFont typeface="Commissioner"/>
              <a:buChar char="-"/>
            </a:pPr>
            <a:r>
              <a:rPr b="1" lang="en" sz="1500">
                <a:solidFill>
                  <a:srgbClr val="0A0A0A"/>
                </a:solidFill>
                <a:latin typeface="Commissioner"/>
                <a:ea typeface="Commissioner"/>
                <a:cs typeface="Commissioner"/>
                <a:sym typeface="Commissioner"/>
              </a:rPr>
              <a:t>Action: </a:t>
            </a:r>
            <a:r>
              <a:rPr lang="en" sz="1500">
                <a:solidFill>
                  <a:srgbClr val="0A0A0A"/>
                </a:solidFill>
                <a:latin typeface="Commissioner"/>
                <a:ea typeface="Commissioner"/>
                <a:cs typeface="Commissioner"/>
                <a:sym typeface="Commissioner"/>
              </a:rPr>
              <a:t>Selection out of 400 grids (20x20) to add to collocation set</a:t>
            </a:r>
            <a:endParaRPr sz="1500">
              <a:solidFill>
                <a:srgbClr val="0A0A0A"/>
              </a:solidFill>
              <a:latin typeface="Commissioner"/>
              <a:ea typeface="Commissioner"/>
              <a:cs typeface="Commissioner"/>
              <a:sym typeface="Commissioner"/>
            </a:endParaRPr>
          </a:p>
          <a:p>
            <a:pPr indent="-323850" lvl="0" marL="457200" rtl="0" algn="l">
              <a:lnSpc>
                <a:spcPct val="150000"/>
              </a:lnSpc>
              <a:spcBef>
                <a:spcPts val="0"/>
              </a:spcBef>
              <a:spcAft>
                <a:spcPts val="0"/>
              </a:spcAft>
              <a:buClr>
                <a:srgbClr val="0A0A0A"/>
              </a:buClr>
              <a:buSzPts val="1500"/>
              <a:buFont typeface="Commissioner"/>
              <a:buChar char="-"/>
            </a:pPr>
            <a:r>
              <a:rPr b="1" lang="en" sz="1500">
                <a:solidFill>
                  <a:srgbClr val="0A0A0A"/>
                </a:solidFill>
                <a:latin typeface="Commissioner"/>
                <a:ea typeface="Commissioner"/>
                <a:cs typeface="Commissioner"/>
                <a:sym typeface="Commissioner"/>
              </a:rPr>
              <a:t>Reward: </a:t>
            </a:r>
            <a:r>
              <a:rPr lang="en" sz="1500">
                <a:solidFill>
                  <a:srgbClr val="0A0A0A"/>
                </a:solidFill>
                <a:latin typeface="Commissioner"/>
                <a:ea typeface="Commissioner"/>
                <a:cs typeface="Commissioner"/>
                <a:sym typeface="Commissioner"/>
              </a:rPr>
              <a:t>Loss reduction across steps - localization_error</a:t>
            </a:r>
            <a:endParaRPr b="1" sz="1500">
              <a:solidFill>
                <a:srgbClr val="0A0A0A"/>
              </a:solidFill>
              <a:latin typeface="Commissioner"/>
              <a:ea typeface="Commissioner"/>
              <a:cs typeface="Commissioner"/>
              <a:sym typeface="Commission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grpSp>
        <p:nvGrpSpPr>
          <p:cNvPr id="417" name="Google Shape;417;p51"/>
          <p:cNvGrpSpPr/>
          <p:nvPr/>
        </p:nvGrpSpPr>
        <p:grpSpPr>
          <a:xfrm>
            <a:off x="0" y="0"/>
            <a:ext cx="2473800" cy="4131000"/>
            <a:chOff x="0" y="0"/>
            <a:chExt cx="2473800" cy="4131000"/>
          </a:xfrm>
        </p:grpSpPr>
        <p:sp>
          <p:nvSpPr>
            <p:cNvPr id="418" name="Google Shape;418;p51"/>
            <p:cNvSpPr/>
            <p:nvPr/>
          </p:nvSpPr>
          <p:spPr>
            <a:xfrm>
              <a:off x="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9" name="Google Shape;419;p51"/>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420" name="Google Shape;420;p51"/>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&amp;</a:t>
            </a:r>
            <a:endParaRPr/>
          </a:p>
          <a:p>
            <a:pPr indent="0" lvl="0" marL="0" rtl="0" algn="l">
              <a:spcBef>
                <a:spcPts val="0"/>
              </a:spcBef>
              <a:spcAft>
                <a:spcPts val="0"/>
              </a:spcAft>
              <a:buNone/>
            </a:pPr>
            <a:r>
              <a:rPr lang="en"/>
              <a:t>Conclusion</a:t>
            </a:r>
            <a:endParaRPr/>
          </a:p>
        </p:txBody>
      </p:sp>
      <p:sp>
        <p:nvSpPr>
          <p:cNvPr id="421" name="Google Shape;421;p51"/>
          <p:cNvSpPr txBox="1"/>
          <p:nvPr>
            <p:ph idx="2" type="title"/>
          </p:nvPr>
        </p:nvSpPr>
        <p:spPr>
          <a:xfrm>
            <a:off x="1512075" y="1012500"/>
            <a:ext cx="1076100" cy="87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2"/>
          <p:cNvSpPr txBox="1"/>
          <p:nvPr>
            <p:ph type="title"/>
          </p:nvPr>
        </p:nvSpPr>
        <p:spPr>
          <a:xfrm>
            <a:off x="874650" y="1137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PINN + Adaptive Sampling</a:t>
            </a:r>
            <a:endParaRPr sz="3600"/>
          </a:p>
        </p:txBody>
      </p:sp>
      <p:pic>
        <p:nvPicPr>
          <p:cNvPr id="427" name="Google Shape;427;p52"/>
          <p:cNvPicPr preferRelativeResize="0"/>
          <p:nvPr/>
        </p:nvPicPr>
        <p:blipFill>
          <a:blip r:embed="rId3">
            <a:alphaModFix/>
          </a:blip>
          <a:stretch>
            <a:fillRect/>
          </a:stretch>
        </p:blipFill>
        <p:spPr>
          <a:xfrm>
            <a:off x="4941350" y="999900"/>
            <a:ext cx="4050250" cy="3468284"/>
          </a:xfrm>
          <a:prstGeom prst="rect">
            <a:avLst/>
          </a:prstGeom>
          <a:noFill/>
          <a:ln cap="flat" cmpd="sng" w="9525">
            <a:solidFill>
              <a:srgbClr val="0A0A0A"/>
            </a:solidFill>
            <a:prstDash val="solid"/>
            <a:round/>
            <a:headEnd len="sm" w="sm" type="none"/>
            <a:tailEnd len="sm" w="sm" type="none"/>
          </a:ln>
        </p:spPr>
      </p:pic>
      <p:pic>
        <p:nvPicPr>
          <p:cNvPr id="428" name="Google Shape;428;p52"/>
          <p:cNvPicPr preferRelativeResize="0"/>
          <p:nvPr/>
        </p:nvPicPr>
        <p:blipFill>
          <a:blip r:embed="rId4">
            <a:alphaModFix/>
          </a:blip>
          <a:stretch>
            <a:fillRect/>
          </a:stretch>
        </p:blipFill>
        <p:spPr>
          <a:xfrm>
            <a:off x="141800" y="841175"/>
            <a:ext cx="4636548" cy="2297178"/>
          </a:xfrm>
          <a:prstGeom prst="rect">
            <a:avLst/>
          </a:prstGeom>
          <a:noFill/>
          <a:ln cap="flat" cmpd="sng" w="9525">
            <a:solidFill>
              <a:srgbClr val="0A0A0A"/>
            </a:solidFill>
            <a:prstDash val="solid"/>
            <a:round/>
            <a:headEnd len="sm" w="sm" type="none"/>
            <a:tailEnd len="sm" w="sm" type="none"/>
          </a:ln>
        </p:spPr>
      </p:pic>
      <p:sp>
        <p:nvSpPr>
          <p:cNvPr id="429" name="Google Shape;429;p52"/>
          <p:cNvSpPr txBox="1"/>
          <p:nvPr/>
        </p:nvSpPr>
        <p:spPr>
          <a:xfrm>
            <a:off x="391600" y="3315875"/>
            <a:ext cx="3714900" cy="1573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Commissioner"/>
              <a:buChar char="-"/>
            </a:pPr>
            <a:r>
              <a:rPr lang="en">
                <a:solidFill>
                  <a:schemeClr val="dk1"/>
                </a:solidFill>
                <a:latin typeface="Commissioner"/>
                <a:ea typeface="Commissioner"/>
                <a:cs typeface="Commissioner"/>
                <a:sym typeface="Commissioner"/>
              </a:rPr>
              <a:t>Spikes from adaptive sampling when sampler samples from training points where physics is violated the most</a:t>
            </a:r>
            <a:endParaRPr>
              <a:solidFill>
                <a:schemeClr val="dk1"/>
              </a:solidFill>
              <a:latin typeface="Commissioner"/>
              <a:ea typeface="Commissioner"/>
              <a:cs typeface="Commissioner"/>
              <a:sym typeface="Commissioner"/>
            </a:endParaRPr>
          </a:p>
          <a:p>
            <a:pPr indent="-317500" lvl="0" marL="457200" rtl="0" algn="l">
              <a:lnSpc>
                <a:spcPct val="115000"/>
              </a:lnSpc>
              <a:spcBef>
                <a:spcPts val="0"/>
              </a:spcBef>
              <a:spcAft>
                <a:spcPts val="0"/>
              </a:spcAft>
              <a:buClr>
                <a:schemeClr val="dk1"/>
              </a:buClr>
              <a:buSzPts val="1400"/>
              <a:buFont typeface="Commissioner"/>
              <a:buChar char="-"/>
            </a:pPr>
            <a:r>
              <a:rPr lang="en">
                <a:solidFill>
                  <a:schemeClr val="dk1"/>
                </a:solidFill>
                <a:latin typeface="Commissioner"/>
                <a:ea typeface="Commissioner"/>
                <a:cs typeface="Commissioner"/>
                <a:sym typeface="Commissioner"/>
              </a:rPr>
              <a:t>Issue we observe is that with this velocity map, predicted source almost always travels “down and to the left”</a:t>
            </a:r>
            <a:endParaRPr>
              <a:solidFill>
                <a:schemeClr val="dk1"/>
              </a:solidFill>
              <a:latin typeface="Commissioner"/>
              <a:ea typeface="Commissioner"/>
              <a:cs typeface="Commissioner"/>
              <a:sym typeface="Commission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3"/>
          <p:cNvSpPr txBox="1"/>
          <p:nvPr>
            <p:ph type="title"/>
          </p:nvPr>
        </p:nvSpPr>
        <p:spPr>
          <a:xfrm>
            <a:off x="472475" y="198425"/>
            <a:ext cx="80154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PINN + Adaptive Residual Sampling</a:t>
            </a:r>
            <a:endParaRPr sz="3600"/>
          </a:p>
        </p:txBody>
      </p:sp>
      <p:pic>
        <p:nvPicPr>
          <p:cNvPr id="435" name="Google Shape;435;p53"/>
          <p:cNvPicPr preferRelativeResize="0"/>
          <p:nvPr/>
        </p:nvPicPr>
        <p:blipFill>
          <a:blip r:embed="rId3">
            <a:alphaModFix/>
          </a:blip>
          <a:stretch>
            <a:fillRect/>
          </a:stretch>
        </p:blipFill>
        <p:spPr>
          <a:xfrm>
            <a:off x="305275" y="1098625"/>
            <a:ext cx="8533450" cy="3546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4"/>
          <p:cNvSpPr txBox="1"/>
          <p:nvPr>
            <p:ph type="title"/>
          </p:nvPr>
        </p:nvSpPr>
        <p:spPr>
          <a:xfrm>
            <a:off x="885225" y="198425"/>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RL Loss Convergence Comparison</a:t>
            </a:r>
            <a:endParaRPr sz="3600"/>
          </a:p>
        </p:txBody>
      </p:sp>
      <p:pic>
        <p:nvPicPr>
          <p:cNvPr id="441" name="Google Shape;441;p54" title="Screenshot 2025-12-08 at 7.27.43 PM.png"/>
          <p:cNvPicPr preferRelativeResize="0"/>
          <p:nvPr/>
        </p:nvPicPr>
        <p:blipFill>
          <a:blip r:embed="rId3">
            <a:alphaModFix/>
          </a:blip>
          <a:stretch>
            <a:fillRect/>
          </a:stretch>
        </p:blipFill>
        <p:spPr>
          <a:xfrm>
            <a:off x="1477050" y="1311150"/>
            <a:ext cx="4956957" cy="3143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nvSpPr>
        <p:spPr>
          <a:xfrm>
            <a:off x="147775" y="830025"/>
            <a:ext cx="5217900" cy="4271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rgbClr val="0A0A0A"/>
              </a:buClr>
              <a:buSzPts val="1200"/>
              <a:buFont typeface="Commissioner"/>
              <a:buChar char="-"/>
            </a:pPr>
            <a:r>
              <a:rPr b="1" lang="en" sz="1200">
                <a:solidFill>
                  <a:srgbClr val="0A0A0A"/>
                </a:solidFill>
                <a:latin typeface="Commissioner"/>
                <a:ea typeface="Commissioner"/>
                <a:cs typeface="Commissioner"/>
                <a:sym typeface="Commissioner"/>
              </a:rPr>
              <a:t>The Core Challenge: </a:t>
            </a:r>
            <a:r>
              <a:rPr lang="en" sz="1200">
                <a:solidFill>
                  <a:srgbClr val="0A0A0A"/>
                </a:solidFill>
                <a:latin typeface="Commissioner"/>
                <a:ea typeface="Commissioner"/>
                <a:cs typeface="Commissioner"/>
                <a:sym typeface="Commissioner"/>
              </a:rPr>
              <a:t>The "Coupled" Optimization Problem.</a:t>
            </a:r>
            <a:endParaRPr sz="1200">
              <a:solidFill>
                <a:srgbClr val="0A0A0A"/>
              </a:solidFill>
              <a:latin typeface="Commissioner"/>
              <a:ea typeface="Commissioner"/>
              <a:cs typeface="Commissioner"/>
              <a:sym typeface="Commissioner"/>
            </a:endParaRPr>
          </a:p>
          <a:p>
            <a:pPr indent="-311150" lvl="1" marL="914400" rtl="0" algn="l">
              <a:lnSpc>
                <a:spcPct val="150000"/>
              </a:lnSpc>
              <a:spcBef>
                <a:spcPts val="0"/>
              </a:spcBef>
              <a:spcAft>
                <a:spcPts val="0"/>
              </a:spcAft>
              <a:buClr>
                <a:srgbClr val="0A0A0A"/>
              </a:buClr>
              <a:buSzPts val="1300"/>
              <a:buFont typeface="Commissioner"/>
              <a:buChar char="-"/>
            </a:pPr>
            <a:r>
              <a:rPr b="1" lang="en" sz="1200">
                <a:latin typeface="Commissioner"/>
                <a:ea typeface="Commissioner"/>
                <a:cs typeface="Commissioner"/>
                <a:sym typeface="Commissioner"/>
              </a:rPr>
              <a:t>Standard Methods:</a:t>
            </a:r>
            <a:r>
              <a:rPr lang="en" sz="1200">
                <a:latin typeface="Commissioner"/>
                <a:ea typeface="Commissioner"/>
                <a:cs typeface="Commissioner"/>
                <a:sym typeface="Commissioner"/>
              </a:rPr>
              <a:t> Numerical Eikonal equation solvers require a </a:t>
            </a:r>
            <a:r>
              <a:rPr b="1" lang="en" sz="1200">
                <a:latin typeface="Commissioner"/>
                <a:ea typeface="Commissioner"/>
                <a:cs typeface="Commissioner"/>
                <a:sym typeface="Commissioner"/>
              </a:rPr>
              <a:t>fixed, true source</a:t>
            </a:r>
            <a:r>
              <a:rPr lang="en" sz="1200">
                <a:latin typeface="Commissioner"/>
                <a:ea typeface="Commissioner"/>
                <a:cs typeface="Commissioner"/>
                <a:sym typeface="Commissioner"/>
              </a:rPr>
              <a:t> to mathematically define the travel-time field (Source ⇒ Field)</a:t>
            </a:r>
            <a:endParaRPr sz="1200">
              <a:latin typeface="Commissioner"/>
              <a:ea typeface="Commissioner"/>
              <a:cs typeface="Commissioner"/>
              <a:sym typeface="Commissioner"/>
            </a:endParaRPr>
          </a:p>
          <a:p>
            <a:pPr indent="-304800" lvl="1" marL="914400" rtl="0" algn="l">
              <a:lnSpc>
                <a:spcPct val="150000"/>
              </a:lnSpc>
              <a:spcBef>
                <a:spcPts val="0"/>
              </a:spcBef>
              <a:spcAft>
                <a:spcPts val="0"/>
              </a:spcAft>
              <a:buClr>
                <a:srgbClr val="0A0A0A"/>
              </a:buClr>
              <a:buSzPts val="1200"/>
              <a:buFont typeface="Commissioner"/>
              <a:buChar char="-"/>
            </a:pPr>
            <a:r>
              <a:rPr lang="en" sz="1200">
                <a:solidFill>
                  <a:srgbClr val="0A0A0A"/>
                </a:solidFill>
                <a:latin typeface="Commissioner"/>
                <a:ea typeface="Commissioner"/>
                <a:cs typeface="Commissioner"/>
                <a:sym typeface="Commissioner"/>
              </a:rPr>
              <a:t>Our Bottleneck: Our task attempted to solve for both  traveltime field and true source simultaneously with only receiver data</a:t>
            </a:r>
            <a:endParaRPr sz="1200">
              <a:solidFill>
                <a:srgbClr val="0A0A0A"/>
              </a:solidFill>
              <a:latin typeface="Commissioner"/>
              <a:ea typeface="Commissioner"/>
              <a:cs typeface="Commissioner"/>
              <a:sym typeface="Commissioner"/>
            </a:endParaRPr>
          </a:p>
          <a:p>
            <a:pPr indent="-304800" lvl="1" marL="914400" rtl="0" algn="l">
              <a:lnSpc>
                <a:spcPct val="150000"/>
              </a:lnSpc>
              <a:spcBef>
                <a:spcPts val="0"/>
              </a:spcBef>
              <a:spcAft>
                <a:spcPts val="0"/>
              </a:spcAft>
              <a:buClr>
                <a:srgbClr val="0A0A0A"/>
              </a:buClr>
              <a:buSzPts val="1200"/>
              <a:buFont typeface="Commissioner"/>
              <a:buChar char="-"/>
            </a:pPr>
            <a:r>
              <a:rPr lang="en" sz="1200">
                <a:solidFill>
                  <a:srgbClr val="0A0A0A"/>
                </a:solidFill>
                <a:latin typeface="Commissioner"/>
                <a:ea typeface="Commissioner"/>
                <a:cs typeface="Commissioner"/>
                <a:sym typeface="Commissioner"/>
              </a:rPr>
              <a:t>Result: This removed the necessary "anchor" for the physics. Because the PINN had to learn the field and the source at the same time, it faced an unstable "moving target" rather than a clear optimization path</a:t>
            </a:r>
            <a:endParaRPr sz="1200">
              <a:solidFill>
                <a:srgbClr val="0A0A0A"/>
              </a:solidFill>
              <a:latin typeface="Commissioner"/>
              <a:ea typeface="Commissioner"/>
              <a:cs typeface="Commissioner"/>
              <a:sym typeface="Commissioner"/>
            </a:endParaRPr>
          </a:p>
          <a:p>
            <a:pPr indent="-304800" lvl="0" marL="457200" rtl="0" algn="l">
              <a:lnSpc>
                <a:spcPct val="150000"/>
              </a:lnSpc>
              <a:spcBef>
                <a:spcPts val="0"/>
              </a:spcBef>
              <a:spcAft>
                <a:spcPts val="0"/>
              </a:spcAft>
              <a:buClr>
                <a:srgbClr val="0A0A0A"/>
              </a:buClr>
              <a:buSzPts val="1200"/>
              <a:buFont typeface="Commissioner"/>
              <a:buChar char="-"/>
            </a:pPr>
            <a:r>
              <a:rPr lang="en" sz="1200">
                <a:solidFill>
                  <a:srgbClr val="0A0A0A"/>
                </a:solidFill>
                <a:latin typeface="Commissioner"/>
                <a:ea typeface="Commissioner"/>
                <a:cs typeface="Commissioner"/>
                <a:sym typeface="Commissioner"/>
              </a:rPr>
              <a:t>Next steps:</a:t>
            </a:r>
            <a:endParaRPr sz="1200">
              <a:solidFill>
                <a:srgbClr val="0A0A0A"/>
              </a:solidFill>
              <a:latin typeface="Commissioner"/>
              <a:ea typeface="Commissioner"/>
              <a:cs typeface="Commissioner"/>
              <a:sym typeface="Commissioner"/>
            </a:endParaRPr>
          </a:p>
          <a:p>
            <a:pPr indent="-304800" lvl="1" marL="914400" rtl="0" algn="l">
              <a:lnSpc>
                <a:spcPct val="150000"/>
              </a:lnSpc>
              <a:spcBef>
                <a:spcPts val="0"/>
              </a:spcBef>
              <a:spcAft>
                <a:spcPts val="0"/>
              </a:spcAft>
              <a:buClr>
                <a:srgbClr val="0A0A0A"/>
              </a:buClr>
              <a:buSzPts val="1200"/>
              <a:buFont typeface="Commissioner"/>
              <a:buChar char="-"/>
            </a:pPr>
            <a:r>
              <a:rPr lang="en" sz="1200">
                <a:solidFill>
                  <a:srgbClr val="0A0A0A"/>
                </a:solidFill>
                <a:latin typeface="Commissioner"/>
                <a:ea typeface="Commissioner"/>
                <a:cs typeface="Commissioner"/>
                <a:sym typeface="Commissioner"/>
              </a:rPr>
              <a:t>Adopt a more traditional approach, optimize the predicted source while relying on eikonal fm approach to calculate traveltime field rather than learning it</a:t>
            </a:r>
            <a:endParaRPr sz="1200">
              <a:solidFill>
                <a:srgbClr val="0A0A0A"/>
              </a:solidFill>
              <a:latin typeface="Commissioner"/>
              <a:ea typeface="Commissioner"/>
              <a:cs typeface="Commissioner"/>
              <a:sym typeface="Commissioner"/>
            </a:endParaRPr>
          </a:p>
        </p:txBody>
      </p:sp>
      <p:sp>
        <p:nvSpPr>
          <p:cNvPr id="447" name="Google Shape;447;p55"/>
          <p:cNvSpPr txBox="1"/>
          <p:nvPr>
            <p:ph type="title"/>
          </p:nvPr>
        </p:nvSpPr>
        <p:spPr>
          <a:xfrm>
            <a:off x="885225" y="198425"/>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Conclusion / Reflection</a:t>
            </a:r>
            <a:endParaRPr sz="3600"/>
          </a:p>
        </p:txBody>
      </p:sp>
      <p:pic>
        <p:nvPicPr>
          <p:cNvPr id="448" name="Google Shape;448;p55" title="Screenshot 2025-12-08 at 1.29.06 PM.png"/>
          <p:cNvPicPr preferRelativeResize="0"/>
          <p:nvPr/>
        </p:nvPicPr>
        <p:blipFill>
          <a:blip r:embed="rId3">
            <a:alphaModFix/>
          </a:blip>
          <a:stretch>
            <a:fillRect/>
          </a:stretch>
        </p:blipFill>
        <p:spPr>
          <a:xfrm>
            <a:off x="5507825" y="1291175"/>
            <a:ext cx="3303474" cy="32036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